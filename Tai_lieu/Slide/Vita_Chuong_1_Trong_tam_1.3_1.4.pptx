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a43ae92bc54901" /><Relationship Type="http://schemas.openxmlformats.org/officeDocument/2006/relationships/extended-properties" Target="/docProps/app.xml" Id="R29bccd73dea24a97" /><Relationship Type="http://schemas.openxmlformats.org/officeDocument/2006/relationships/officeDocument" Target="/ppt/presentation.xml" Id="R8c869d65c1174c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f73d0efd32499a"/>
  </p:sldMasterIdLst>
  <p:notesMasterIdLst>
    <p:notesMasterId xmlns:r="http://schemas.openxmlformats.org/officeDocument/2006/relationships" r:id="R778add9c5f8b45b5"/>
  </p:notesMasterIdLst>
  <p:sldIdLst>
    <p:sldId xmlns:r="http://schemas.openxmlformats.org/officeDocument/2006/relationships" id="256" r:id="Racff21a4c50f430c"/>
    <p:sldId xmlns:r="http://schemas.openxmlformats.org/officeDocument/2006/relationships" id="257" r:id="Rf7272023af8f4ca6"/>
    <p:sldId xmlns:r="http://schemas.openxmlformats.org/officeDocument/2006/relationships" id="258" r:id="R4abddbc39e604113"/>
    <p:sldId xmlns:r="http://schemas.openxmlformats.org/officeDocument/2006/relationships" id="259" r:id="R4013e0773a664dec"/>
    <p:sldId xmlns:r="http://schemas.openxmlformats.org/officeDocument/2006/relationships" id="260" r:id="Rabfe4661c5ff4bc3"/>
    <p:sldId xmlns:r="http://schemas.openxmlformats.org/officeDocument/2006/relationships" id="261" r:id="Ra51ebf17e19b4956"/>
    <p:sldId xmlns:r="http://schemas.openxmlformats.org/officeDocument/2006/relationships" id="262" r:id="Rfad8ca03d9c14c38"/>
    <p:sldId xmlns:r="http://schemas.openxmlformats.org/officeDocument/2006/relationships" id="263" r:id="Rfc8292d5a9fa4623"/>
    <p:sldId xmlns:r="http://schemas.openxmlformats.org/officeDocument/2006/relationships" id="264" r:id="R422db46ebda4407d"/>
    <p:sldId xmlns:r="http://schemas.openxmlformats.org/officeDocument/2006/relationships" id="265" r:id="Rec7c13ab8688474d"/>
    <p:sldId xmlns:r="http://schemas.openxmlformats.org/officeDocument/2006/relationships" id="266" r:id="R8abc874c0b6e4371"/>
    <p:sldId xmlns:r="http://schemas.openxmlformats.org/officeDocument/2006/relationships" id="267" r:id="R0c9ac4eb632349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e024d9f5604e38" /><Relationship Type="http://schemas.openxmlformats.org/officeDocument/2006/relationships/slideMaster" Target="/ppt/slideMasters/slideMaster1.xml" Id="Ra5f73d0efd32499a" /><Relationship Type="http://schemas.openxmlformats.org/officeDocument/2006/relationships/notesMaster" Target="/ppt/notesMasters/notesMaster1.xml" Id="R778add9c5f8b45b5" /><Relationship Type="http://schemas.openxmlformats.org/officeDocument/2006/relationships/presProps" Target="/ppt/presProps.xml" Id="Rf22bba5920f5491f" /><Relationship Type="http://schemas.openxmlformats.org/officeDocument/2006/relationships/tableStyles" Target="/ppt/tableStyles.xml" Id="R8cc666e6c97f4040" /><Relationship Type="http://schemas.openxmlformats.org/officeDocument/2006/relationships/slide" Target="/ppt/slides/slide1.xml" Id="Racff21a4c50f430c" /><Relationship Type="http://schemas.openxmlformats.org/officeDocument/2006/relationships/slide" Target="/ppt/slides/slide2.xml" Id="Rf7272023af8f4ca6" /><Relationship Type="http://schemas.openxmlformats.org/officeDocument/2006/relationships/slide" Target="/ppt/slides/slide3.xml" Id="R4abddbc39e604113" /><Relationship Type="http://schemas.openxmlformats.org/officeDocument/2006/relationships/slide" Target="/ppt/slides/slide4.xml" Id="R4013e0773a664dec" /><Relationship Type="http://schemas.openxmlformats.org/officeDocument/2006/relationships/slide" Target="/ppt/slides/slide5.xml" Id="Rabfe4661c5ff4bc3" /><Relationship Type="http://schemas.openxmlformats.org/officeDocument/2006/relationships/slide" Target="/ppt/slides/slide6.xml" Id="Ra51ebf17e19b4956" /><Relationship Type="http://schemas.openxmlformats.org/officeDocument/2006/relationships/slide" Target="/ppt/slides/slide7.xml" Id="Rfad8ca03d9c14c38" /><Relationship Type="http://schemas.openxmlformats.org/officeDocument/2006/relationships/slide" Target="/ppt/slides/slide8.xml" Id="Rfc8292d5a9fa4623" /><Relationship Type="http://schemas.openxmlformats.org/officeDocument/2006/relationships/slide" Target="/ppt/slides/slide9.xml" Id="R422db46ebda4407d" /><Relationship Type="http://schemas.openxmlformats.org/officeDocument/2006/relationships/slide" Target="/ppt/slides/slide10.xml" Id="Rec7c13ab8688474d" /><Relationship Type="http://schemas.openxmlformats.org/officeDocument/2006/relationships/slide" Target="/ppt/slides/slide11.xml" Id="R8abc874c0b6e4371" /><Relationship Type="http://schemas.openxmlformats.org/officeDocument/2006/relationships/slide" Target="/ppt/slides/slide12.xml" Id="R0c9ac4eb632349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bc9f82380544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a00a7d90f42e0" /><Relationship Type="http://schemas.openxmlformats.org/officeDocument/2006/relationships/notesMaster" Target="/ppt/notesMasters/notesMaster1.xml" Id="Rc6dfeb83f1f442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92fc14bafe4c7c" /><Relationship Type="http://schemas.openxmlformats.org/officeDocument/2006/relationships/notesMaster" Target="/ppt/notesMasters/notesMaster1.xml" Id="Rf4b764cba3f548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eba63e1dac48ae" /><Relationship Type="http://schemas.openxmlformats.org/officeDocument/2006/relationships/notesMaster" Target="/ppt/notesMasters/notesMaster1.xml" Id="R43b062b7acc34a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7be868e61d493d" /><Relationship Type="http://schemas.openxmlformats.org/officeDocument/2006/relationships/notesMaster" Target="/ppt/notesMasters/notesMaster1.xml" Id="R1616ae788a8343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5e9369a35a4b9f" /><Relationship Type="http://schemas.openxmlformats.org/officeDocument/2006/relationships/notesMaster" Target="/ppt/notesMasters/notesMaster1.xml" Id="R2a5a9d43f34544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28a15773274d5d" /><Relationship Type="http://schemas.openxmlformats.org/officeDocument/2006/relationships/notesMaster" Target="/ppt/notesMasters/notesMaster1.xml" Id="Rf9a4e7c84a5949f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981a8af3914cb9" /><Relationship Type="http://schemas.openxmlformats.org/officeDocument/2006/relationships/notesMaster" Target="/ppt/notesMasters/notesMaster1.xml" Id="R75984e8ba85d41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c0d805332f74080" /><Relationship Type="http://schemas.openxmlformats.org/officeDocument/2006/relationships/notesMaster" Target="/ppt/notesMasters/notesMaster1.xml" Id="R07e0eb91cb6745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c3f313bd374a0d" /><Relationship Type="http://schemas.openxmlformats.org/officeDocument/2006/relationships/notesMaster" Target="/ppt/notesMasters/notesMaster1.xml" Id="R59f4a8548d2b44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6facab10624685" /><Relationship Type="http://schemas.openxmlformats.org/officeDocument/2006/relationships/notesMaster" Target="/ppt/notesMasters/notesMaster1.xml" Id="R7a6aef5a15d640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0ac529d91b4814" /><Relationship Type="http://schemas.openxmlformats.org/officeDocument/2006/relationships/notesMaster" Target="/ppt/notesMasters/notesMaster1.xml" Id="Rce225041e0fc44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19f34e4e6f4995" /><Relationship Type="http://schemas.openxmlformats.org/officeDocument/2006/relationships/notesMaster" Target="/ppt/notesMasters/notesMaster1.xml" Id="R142bfa2a8cfc4f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Nguồn: Tai_lieu/Chương/Chốt/Chuong_1.docx, mục 1.3 và 1.4. Ảnh giao diện thực tế từ .audit-cache/full-ui-native-shots. Hai sơ đồ gốc trích từ tài liệu Chương 1. SQLite không được mã hóa toàn bộ chỉ vì mật khẩu được bảo vệ bằng PBKDF2.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5057e42f84f0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c19d3d20047f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2c676e38f4f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526a9bab244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d7cf0455545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917ed6f1934e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E496D2-FC8E-4491-9E26-57DC9D4383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413716-33EF-4928-963D-30E5F57E17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529CE0-445B-4B91-9332-7E68AB8B9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E3B85A-A8F6-4DA2-8421-914DAD8DE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0E4236E-7AB6-4EA4-ACD9-AD0D5DEC2B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3FFF4AA-9A42-4E38-9968-8DCB0536C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C1B323-ED48-4B1B-87D3-9F27C3B84B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4D87B3-06D4-4DF9-89DE-4353671E8B5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9061A2-4432-4AD3-BC9F-DFE7C938E7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F249279-5302-44CF-A08F-869103C933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ffbd701dd3411c" /><Relationship Type="http://schemas.openxmlformats.org/officeDocument/2006/relationships/slideLayout" Target="/ppt/slideLayouts/slideLayout1.xml" Id="Rc60c81a3b35e41bd" /><Relationship Type="http://schemas.openxmlformats.org/officeDocument/2006/relationships/slideLayout" Target="/ppt/slideLayouts/slideLayout2.xml" Id="R523398f2e1a34fd8" /><Relationship Type="http://schemas.openxmlformats.org/officeDocument/2006/relationships/slideLayout" Target="/ppt/slideLayouts/slideLayout3.xml" Id="R79814a003e274d54" /><Relationship Type="http://schemas.openxmlformats.org/officeDocument/2006/relationships/slideLayout" Target="/ppt/slideLayouts/slideLayout4.xml" Id="R764866dabfa645bc" /><Relationship Type="http://schemas.openxmlformats.org/officeDocument/2006/relationships/slideLayout" Target="/ppt/slideLayouts/slideLayout5.xml" Id="R728ec3de46fe4a80" /><Relationship Type="http://schemas.openxmlformats.org/officeDocument/2006/relationships/slideLayout" Target="/ppt/slideLayouts/slideLayout6.xml" Id="R001923bdad2741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0c81a3b35e41bd"/>
    <p:sldLayoutId xmlns:r="http://schemas.openxmlformats.org/officeDocument/2006/relationships" id="2147483650" r:id="R523398f2e1a34fd8"/>
    <p:sldLayoutId xmlns:r="http://schemas.openxmlformats.org/officeDocument/2006/relationships" id="2147483651" r:id="R79814a003e274d54"/>
    <p:sldLayoutId xmlns:r="http://schemas.openxmlformats.org/officeDocument/2006/relationships" id="2147483652" r:id="R764866dabfa645bc"/>
    <p:sldLayoutId xmlns:r="http://schemas.openxmlformats.org/officeDocument/2006/relationships" id="2147483653" r:id="R728ec3de46fe4a80"/>
    <p:sldLayoutId xmlns:r="http://schemas.openxmlformats.org/officeDocument/2006/relationships" id="2147483654" r:id="R001923bdad2741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791ead1774461" /><Relationship Type="http://schemas.openxmlformats.org/officeDocument/2006/relationships/image" Target="/ppt/media/image.png" Id="Rd0142193f1ab4e12" /><Relationship Type="http://schemas.openxmlformats.org/officeDocument/2006/relationships/notesSlide" Target="/ppt/notesSlides/notesSlide1.xml" Id="Ra91e3a42d94a4b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0b4e2182a4870" /><Relationship Type="http://schemas.openxmlformats.org/officeDocument/2006/relationships/image" Target="/ppt/media/image2.png" Id="Rb3c1f6404ac54904" /><Relationship Type="http://schemas.openxmlformats.org/officeDocument/2006/relationships/image" Target="/ppt/media/image3.png" Id="R591840f375304ff2" /><Relationship Type="http://schemas.openxmlformats.org/officeDocument/2006/relationships/image" Target="/ppt/media/image4.png" Id="Re1b62aa20f054953" /><Relationship Type="http://schemas.openxmlformats.org/officeDocument/2006/relationships/image" Target="/ppt/media/image5.png" Id="R6f488bfcb1aa43e1" /><Relationship Type="http://schemas.openxmlformats.org/officeDocument/2006/relationships/notesSlide" Target="/ppt/notesSlides/notesSlide2.xml" Id="Re9fe08b2b96848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e4a143777347c1" /><Relationship Type="http://schemas.openxmlformats.org/officeDocument/2006/relationships/image" Target="/ppt/media/image6.png" Id="Raa1530ed08d64412" /><Relationship Type="http://schemas.openxmlformats.org/officeDocument/2006/relationships/image" Target="/ppt/media/image7.png" Id="Ra0bf48b3aab34da1" /><Relationship Type="http://schemas.openxmlformats.org/officeDocument/2006/relationships/image" Target="/ppt/media/image8.png" Id="Rbbd3832c2a604ad5" /><Relationship Type="http://schemas.openxmlformats.org/officeDocument/2006/relationships/notesSlide" Target="/ppt/notesSlides/notesSlide3.xml" Id="Re5a43578a40d4a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e26e26b3646a5" /><Relationship Type="http://schemas.openxmlformats.org/officeDocument/2006/relationships/image" Target="/ppt/media/image9.png" Id="R19ac7fa58e594202" /><Relationship Type="http://schemas.openxmlformats.org/officeDocument/2006/relationships/image" Target="/ppt/media/image10.png" Id="R8eebf9aaca584956" /><Relationship Type="http://schemas.openxmlformats.org/officeDocument/2006/relationships/image" Target="/ppt/media/image11.png" Id="R6f9f11308c6443cf" /><Relationship Type="http://schemas.openxmlformats.org/officeDocument/2006/relationships/notesSlide" Target="/ppt/notesSlides/notesSlide4.xml" Id="R297b895cbf174f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dadb142b354aaf" /><Relationship Type="http://schemas.openxmlformats.org/officeDocument/2006/relationships/image" Target="/ppt/media/image12.png" Id="R9764f5a56c67481a" /><Relationship Type="http://schemas.openxmlformats.org/officeDocument/2006/relationships/image" Target="/ppt/media/image13.png" Id="R74d59965b22f4759" /><Relationship Type="http://schemas.openxmlformats.org/officeDocument/2006/relationships/image" Target="/ppt/media/image14.png" Id="R4e36559ca2594388" /><Relationship Type="http://schemas.openxmlformats.org/officeDocument/2006/relationships/notesSlide" Target="/ppt/notesSlides/notesSlide5.xml" Id="R398a4b491560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8df5973bcf429c" /><Relationship Type="http://schemas.openxmlformats.org/officeDocument/2006/relationships/image" Target="/ppt/media/image15.png" Id="R51e8c622c1e54e6c" /><Relationship Type="http://schemas.openxmlformats.org/officeDocument/2006/relationships/notesSlide" Target="/ppt/notesSlides/notesSlide6.xml" Id="Ref1a87c1eca543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2008ce6ae846ad" /><Relationship Type="http://schemas.openxmlformats.org/officeDocument/2006/relationships/image" Target="/ppt/media/image16.png" Id="Raa7e63f3044f4c18" /><Relationship Type="http://schemas.openxmlformats.org/officeDocument/2006/relationships/notesSlide" Target="/ppt/notesSlides/notesSlide7.xml" Id="Rda32cc1dc88440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ee508a8394f35" /><Relationship Type="http://schemas.openxmlformats.org/officeDocument/2006/relationships/image" Target="/ppt/media/image17.png" Id="R696beac5ef414f8e" /><Relationship Type="http://schemas.openxmlformats.org/officeDocument/2006/relationships/notesSlide" Target="/ppt/notesSlides/notesSlide8.xml" Id="Rbe933f2b2cf44dd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ca7641c144471c" /><Relationship Type="http://schemas.openxmlformats.org/officeDocument/2006/relationships/image" Target="/ppt/media/image18.png" Id="Rf11fbc2a50ed4cde" /><Relationship Type="http://schemas.openxmlformats.org/officeDocument/2006/relationships/notesSlide" Target="/ppt/notesSlides/notesSlide9.xml" Id="Re4b83351e36a4d9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96ddc78d746b9" /><Relationship Type="http://schemas.openxmlformats.org/officeDocument/2006/relationships/notesSlide" Target="/ppt/notesSlides/notesSlide10.xml" Id="Rd14e3d2ef4e14ca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d9010687d4236" /><Relationship Type="http://schemas.openxmlformats.org/officeDocument/2006/relationships/image" Target="/ppt/media/image19.png" Id="Re83594403de44152" /><Relationship Type="http://schemas.openxmlformats.org/officeDocument/2006/relationships/notesSlide" Target="/ppt/notesSlides/notesSlide11.xml" Id="Rbc3f739295af4b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6a62c9a314eba" /><Relationship Type="http://schemas.openxmlformats.org/officeDocument/2006/relationships/notesSlide" Target="/ppt/notesSlides/notesSlide12.xml" Id="Ra21ae66b097b48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A2127-3C9A-43DD-8F26-BB95152D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CHƯƠNG 1  /  TRỌNG TÂM 1.3 VÀ 1.4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AEB226-1F46-40B7-98BE-B8147CD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95375"/>
            <a:ext cx="733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Vita: màn hình ứng dụng</a:t>
            </a:r>
          </a:p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và cơ sở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66712-1F2E-435A-9A74-21647EB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0660F-922E-41BC-B72E-A06FDEB6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9680B-9EFF-44ED-A0B6-337DBC4C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Các màn hình và sơ đồ liên kết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42986-648C-4D81-BE68-102BF5CD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0"/>
            <a:ext cx="695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Cơ sở dữ liệu của ứng dụng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010071-A83A-4D12-84FE-88373590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91125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Huỳnh Trung Tín · Đinh Tấn Minh</a:t>
            </a:r>
          </a:p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GVHD: ThS. Nguyễn Kim Duy</a:t>
            </a:r>
          </a:p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Trường Đại học Thủ Dầu Một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8A269-7244-4EE3-80F2-B32BF87CEC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42193f1ab4e12"/>
          <a:stretch xmlns:a="http://schemas.openxmlformats.org/drawingml/2006/main"/>
        </p:blipFill>
        <p:spPr>
          <a:xfrm xmlns:a="http://schemas.openxmlformats.org/drawingml/2006/main">
            <a:off x="8578453" y="619125"/>
            <a:ext cx="2464594" cy="5476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440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46549-2C99-4A48-81B7-B3F6183D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CÁC MÀN HÌNH ỨNG DỤNG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0F10D-BEF9-4AFA-9070-D2B87947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Tổ chức màn hình: 10 Activity, 4 Fragment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5FA5F-79B3-4DDE-91F8-AEE5D386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3BC27-B059-4F9E-AB44-E2F4701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0AF49-4C5D-4C4A-96F2-A2206208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MainActivity chứa bốn tab chính. Biểu mẫu đăng ký hai bước không tạo thêm Activity.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66EBD-CDEC-4CBA-A47A-78E28A01EE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1f6404ac54904"/>
          <a:stretch xmlns:a="http://schemas.openxmlformats.org/drawingml/2006/main"/>
        </p:blipFill>
        <p:spPr>
          <a:xfrm xmlns:a="http://schemas.openxmlformats.org/drawingml/2006/main">
            <a:off x="963216" y="1762125"/>
            <a:ext cx="1907381" cy="42386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9787A6-A966-447C-87E8-24B6DC74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674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HomeFragment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12D95-0D10-4E77-BD30-11CE030B2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840f375304ff2"/>
          <a:stretch xmlns:a="http://schemas.openxmlformats.org/drawingml/2006/main"/>
        </p:blipFill>
        <p:spPr>
          <a:xfrm xmlns:a="http://schemas.openxmlformats.org/drawingml/2006/main">
            <a:off x="3749278" y="1762125"/>
            <a:ext cx="190738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80261-C068-43B5-A1EE-B4A27C23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60674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HealthFragment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C3AF1-D67D-42DF-A539-0FC9E5FAD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62aa20f054953"/>
          <a:stretch xmlns:a="http://schemas.openxmlformats.org/drawingml/2006/main"/>
        </p:blipFill>
        <p:spPr>
          <a:xfrm xmlns:a="http://schemas.openxmlformats.org/drawingml/2006/main">
            <a:off x="6535341" y="1762125"/>
            <a:ext cx="1907381" cy="4238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EA9C6-BE97-484E-B14E-2B2BF948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60674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ReminderFragment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4F890-7F09-4CE1-997B-214F3BBEF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488bfcb1aa43e1"/>
          <a:stretch xmlns:a="http://schemas.openxmlformats.org/drawingml/2006/main"/>
        </p:blipFill>
        <p:spPr>
          <a:xfrm xmlns:a="http://schemas.openxmlformats.org/drawingml/2006/main">
            <a:off x="9321403" y="1762125"/>
            <a:ext cx="1907381" cy="4238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4177B-B16F-4C00-B3CB-9CB35DC1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1588" y="6067425"/>
            <a:ext cx="27670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StatsFragment</a:t>
            </a:r>
          </a:p>
        </p:txBody>
      </p:sp>
    </p:spTree>
    <p:extLst>
      <p:ext uri="{BB962C8B-B14F-4D97-AF65-F5344CB8AC3E}">
        <p14:creationId xmlns:p14="http://schemas.microsoft.com/office/powerpoint/2010/main" val="10401560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7597B5-4CAF-4F48-9875-26FFB8FA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ĐĂNG NHẬP, ĐĂNG KÝ VÀ HỒ SƠ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5BAF-AD26-4F03-B016-CE581762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Luồng tài khoản và hồ sơ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FC657-88FB-47CC-BD9F-02012E1C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EB4C8-0D6C-44DD-9A92-591B8285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EC7EB-6393-4495-A421-BD168924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Kiểm tra phiên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3649A-AFEA-47E2-BD28-6FACCBEA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SplashActivity mở LoginActivity hoặc MainActivity tùy phiên đăng nhập.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EC3F8-18C8-435C-884E-44D4EE4E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Đăng ký hai bước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D8781-6B64-4621-BB84-669B9CEC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RegisterActivity gồm thông tin tài khoản và hồ sơ ban đầu.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DBB713-2764-4947-87FD-E992F27F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Mở tác vụ từ hồ sơ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118BF7-E1A3-4D44-85D4-16644CED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ProfileActivity dẫn đến EditProfileActivity, BMI, đăng xuất và xóa tài khoản.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C5D85-D9C9-4554-891A-107FD59076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1530ed08d64412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AA886-DB39-47AB-8B5E-508A253A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Đăng nhập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6AD295-0A82-4D2F-ACBA-4E690498EA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f48b3aab34da1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D13F4-994E-461D-A98A-8A354687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Đăng ký: bước 1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A9399D-B6A2-4178-8C16-889F61B979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d3832c2a604ad5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0D6CD-388A-4338-976A-860522C6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Hồ sơ cá nhân</a:t>
            </a:r>
          </a:p>
        </p:txBody>
      </p:sp>
    </p:spTree>
    <p:extLst>
      <p:ext uri="{BB962C8B-B14F-4D97-AF65-F5344CB8AC3E}">
        <p14:creationId xmlns:p14="http://schemas.microsoft.com/office/powerpoint/2010/main" val="2069573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886E12-D10E-4076-B79F-CADDFE5C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MÀN HÌNH TÁC VỤ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05E99-0E52-4149-A576-293B60CC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Luồng ghi nhận và tra cứu sức khỏe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89D66-72FB-4C9D-B6CB-8E7CF1E6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D1FCA-8B9A-41D5-A7FA-AE5C0F129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D620D-5112-4EEC-8EDE-E42BB2A6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Danh sách lần đo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F3509-4A04-4ACB-9157-D5075C7C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HealthFragment lọc theo khoảng ngày và mở chi tiết bản ghi.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765A2-701D-4DB9-891C-CE7FBAD6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Nhập và chỉnh sửa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BFE5D-52EF-46B3-B36B-6EBB1571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AddHealthActivity dùng cho thêm mới hoặc sửa lần đo.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F1F23-253B-47F7-838E-08082AD0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Chi tiết và BMI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6AB253-4CE9-4C1C-B7A1-9ED0A92D3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DetailHealthActivity xem kết quả. BmiActivity mở từ Trang chủ hoặc Hồ sơ.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FE2A-E0D9-41C8-BB51-F571048BCE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ac7fa58e594202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E5433C-2ED7-4E38-B6BB-2EB47C3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AddHealthActivity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0CD4DD-CE26-44FA-83BE-5AADA101E0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bf9aaca584956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7F50F7-912D-453F-8BB2-B3D9300D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DetailHealthActivity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447E4-904F-4B3A-B26F-80CF8AB619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f11308c6443cf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BB36A6-9554-460B-AA3D-08F5A712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BmiActivity</a:t>
            </a:r>
          </a:p>
        </p:txBody>
      </p:sp>
    </p:spTree>
    <p:extLst>
      <p:ext uri="{BB962C8B-B14F-4D97-AF65-F5344CB8AC3E}">
        <p14:creationId xmlns:p14="http://schemas.microsoft.com/office/powerpoint/2010/main" val="878405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12A4A-0E0C-4A83-A960-EE9F3632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THUỐC, NƯỚC VÀ THỐNG KÊ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3722E-5648-4061-9E76-91137F7A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Các giao diện bổ trợ trong ứng dụng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F66C53-4E96-478B-AAFF-5712D5D0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DD514-0FFD-43A1-ACDF-BBA7887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FAE20-3D5A-46F5-8FCE-B045C65F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Thuốc và xác nhận cữ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55C38-01BB-47AC-A7C3-6A9FD6F3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AddMedicineActivity nhập lịch. MedicineDoseDialogs quản lý xác nhận và lịch sử.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1985F6-D2CE-4F6C-B720-87C93E76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Nhật ký nước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470E9-42AC-4006-92E5-6E06CBC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WaterJournalDialog mở từ Trang chủ, Nhắc nhở hoặc dữ liệu thống kê nước.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FFB34-85F8-4F47-A221-9D4EDCAD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Dữ liệu biểu đồ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79C46C-C460-44FD-A163-129E1D95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347662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Thống kê có giao diện xem giá trị chi tiết. Các giao diện bổ trợ không làm tăng số Activity.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AD3371-97DF-44B6-A189-600CE82D1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4f5a56c67481a"/>
          <a:stretch xmlns:a="http://schemas.openxmlformats.org/drawingml/2006/main"/>
        </p:blipFill>
        <p:spPr>
          <a:xfrm xmlns:a="http://schemas.openxmlformats.org/drawingml/2006/main">
            <a:off x="4452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F4D4C-BD98-42CB-BF1B-CD2D487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Xác nhận cữ thuốc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7E75CB-498F-4284-8FAF-5F34D07A3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59965b22f4759"/>
          <a:stretch xmlns:a="http://schemas.openxmlformats.org/drawingml/2006/main"/>
        </p:blipFill>
        <p:spPr>
          <a:xfrm xmlns:a="http://schemas.openxmlformats.org/drawingml/2006/main">
            <a:off x="6865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F85057-868D-4783-8B28-869B7B5C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Nhật ký nước</a:t>
            </a:r>
          </a:p>
        </p:txBody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4E3A3-012A-4082-8111-390614284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6559ca2594388"/>
          <a:stretch xmlns:a="http://schemas.openxmlformats.org/drawingml/2006/main"/>
        </p:blipFill>
        <p:spPr>
          <a:xfrm xmlns:a="http://schemas.openxmlformats.org/drawingml/2006/main">
            <a:off x="9278144" y="140970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DF4FC1-A4A1-410F-896B-9B8D68F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1300" y="6143625"/>
            <a:ext cx="239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Thống kê đường huyết</a:t>
            </a:r>
          </a:p>
        </p:txBody>
      </p:sp>
    </p:spTree>
    <p:extLst>
      <p:ext uri="{BB962C8B-B14F-4D97-AF65-F5344CB8AC3E}">
        <p14:creationId xmlns:p14="http://schemas.microsoft.com/office/powerpoint/2010/main" val="284462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10BD-6037-4DE4-AC5E-DEE5AF4F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1.3  LUỒNG ĐIỀU HƯỚNG TỔNG THỂ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C44DC-7039-4B3B-A5B9-AA9A38DD5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Sơ đồ liên kết các màn hình chính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03BD0-D1C7-4CE1-A112-91517B1B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0E341-4DAB-4A80-A85D-8BB86D36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CAAF33-F00A-414F-8CF4-57E7EAE689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8c622c1e54e6c"/>
          <a:stretch xmlns:a="http://schemas.openxmlformats.org/drawingml/2006/main"/>
        </p:blipFill>
        <p:spPr>
          <a:xfrm xmlns:a="http://schemas.openxmlformats.org/drawingml/2006/main">
            <a:off x="3437613" y="1257300"/>
            <a:ext cx="5316774" cy="5048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C196-54A0-446A-8015-CF333B64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57925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Phiên hợp lệ dẫn đến MainActivity. Bốn tab mở tác vụ và cùng truy cập Hồ sơ.</a:t>
            </a:r>
          </a:p>
        </p:txBody>
      </p:sp>
    </p:spTree>
    <p:extLst>
      <p:ext uri="{BB962C8B-B14F-4D97-AF65-F5344CB8AC3E}">
        <p14:creationId xmlns:p14="http://schemas.microsoft.com/office/powerpoint/2010/main" val="9606121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8DA0D-A696-4061-88C0-8C2F8933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CƠ SỞ DỮ LIỆU SQLITE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E4EC9-890B-4387-84EA-CCA52368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Sơ đồ quan hệ của năm bảng dữ liệu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BCA00-ABB5-444D-8B50-CA89314F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A458E-536A-4A1C-AC8E-4DB5965EB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DD690-8DA7-44EF-9915-83108B6C0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e63f3044f4c18"/>
          <a:stretch xmlns:a="http://schemas.openxmlformats.org/drawingml/2006/main"/>
        </p:blipFill>
        <p:spPr>
          <a:xfrm xmlns:a="http://schemas.openxmlformats.org/drawingml/2006/main">
            <a:off x="3717324" y="1266825"/>
            <a:ext cx="4757351" cy="5000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169C82-94B8-4E08-956E-F6981A13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38875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vita_health.db, lược đồ phiên bản 6. users sở hữu dữ liệu, medicine_logs thuộc medicines.</a:t>
            </a:r>
          </a:p>
        </p:txBody>
      </p:sp>
    </p:spTree>
    <p:extLst>
      <p:ext uri="{BB962C8B-B14F-4D97-AF65-F5344CB8AC3E}">
        <p14:creationId xmlns:p14="http://schemas.microsoft.com/office/powerpoint/2010/main" val="16779792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A7BFE3-9351-4955-AF7B-5028C0C6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BẢNG TÀI KHOẢN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15E376-6113-4452-8250-EEEAAED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users: tài khoản, hồ sơ và thiết lập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7191E-72AD-4A2E-933F-4A92DD1C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F9E01-805C-47AE-AFFF-1C9EAC81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03826-17BC-4BF3-AED4-2D99DE68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Đăng nhập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F621E-8534-4BAB-B7B0-638330789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id là khóa chính. username duy nhất, bắt buộc. password_hash và salt bảo vệ mật khẩu.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63452-E094-4B2A-BDB2-4346634D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Hồ sơ thể trạng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A620E-1557-4C0E-9ECA-E056C6A3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fullname, birth_year, gender, height_cm, base_weight_kg và bmi_standard.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ADC6E-E705-4905-B4E9-A5C9FB6A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Thiết lập nước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AF891-A882-4288-BE1B-97C844D9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water_goal_ml, water_start, water_end, water_amount và water_times.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7C02D-C9DE-4066-83A1-B80B26D494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beac5ef414f8e"/>
          <a:stretch xmlns:a="http://schemas.openxmlformats.org/drawingml/2006/main"/>
        </p:blipFill>
        <p:spPr>
          <a:xfrm xmlns:a="http://schemas.openxmlformats.org/drawingml/2006/main">
            <a:off x="8570119" y="142875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CDAD03-DB07-4FB0-9040-0A228658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7F72"/>
                </a:solidFill>
                <a:latin typeface="Arial"/>
                <a:ea typeface="Arial"/>
                <a:cs typeface="Arial"/>
              </a:rPr>
              <a:t>Phiên đăng nhập lưu riêng trong SharedPreferences.</a:t>
            </a:r>
          </a:p>
        </p:txBody>
      </p:sp>
    </p:spTree>
    <p:extLst>
      <p:ext uri="{BB962C8B-B14F-4D97-AF65-F5344CB8AC3E}">
        <p14:creationId xmlns:p14="http://schemas.microsoft.com/office/powerpoint/2010/main" val="1379308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143403-96E0-46BB-9DBE-8788399C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BẢNG BẢN GHI SỨC KHỎE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98CE5-5E7C-43E3-8F32-A4AD1C97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health_records: lưu từng lần đo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E289DC-97E0-4121-A9C5-2C30936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ABA28-F14D-44B2-BD6F-8BB2C0B7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BE424-F3F5-4F8A-A2A3-942BC79F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Chủ sở hữu và thời điểm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8C31E7-E60E-4AFC-B76C-CC7BBB79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user_id tham chiếu users.id. date và measured_time phân biệt nhiều lần đo cùng ngày.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A3A85-E5D5-4345-B4D7-472C30E2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Giá trị và bối cảnh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E1F85D-7C5A-43F6-9F89-9E1BF2B8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weight_kg, systolic, diastolic, heart_rate, blood_sugar, meal_context và note.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89231-249C-47D3-BF76-4D08D016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Dữ liệu thiếu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B68EC-0965-4F89-898D-0B3551AF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Chỉ số chưa đo dùng NULL. Biểu mẫu yêu cầu huyết áp đủ cặp và ít nhất một nhóm chỉ số hợp lệ.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CC47E-766F-48F6-9030-EE3CF8F5D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fbc2a50ed4cde"/>
          <a:stretch xmlns:a="http://schemas.openxmlformats.org/drawingml/2006/main"/>
        </p:blipFill>
        <p:spPr>
          <a:xfrm xmlns:a="http://schemas.openxmlformats.org/drawingml/2006/main">
            <a:off x="8570119" y="142875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FCFFE-350F-4CD5-80C2-D0CA0E99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723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7F72"/>
                </a:solidFill>
                <a:latin typeface="Arial"/>
                <a:ea typeface="Arial"/>
                <a:cs typeface="Arial"/>
              </a:rPr>
              <a:t>Đường huyết lưu mg/dL. meal_context ghi bối cảnh bữa ăn.</a:t>
            </a:r>
          </a:p>
        </p:txBody>
      </p:sp>
    </p:spTree>
    <p:extLst>
      <p:ext uri="{BB962C8B-B14F-4D97-AF65-F5344CB8AC3E}">
        <p14:creationId xmlns:p14="http://schemas.microsoft.com/office/powerpoint/2010/main" val="14039006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6BF761-A679-407E-B323-34E51711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THUỐC VÀ KẾT QUẢ TỪNG CỮ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CFA2E-0294-458B-84A8-30AF1719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medicines và medicine_logs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00EB1-767F-498E-ADAB-F5D62F63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5CF55-6A12-4F22-AAC2-EF8B9655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03832-C239-4DCB-9C45-7BBE6710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medicines: lịch uống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55A6F-A751-4850-A20F-938953E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user_id, name, dosage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time: một hoặc nhiều giờ uống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days_mask: ngày lặp trong tuần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is_active: bật hoặc tắt lịch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401EE-B4AD-48B2-BAF5-7ECA4D8B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19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medicine_logs: xác nhận cữ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5029F-3FC3-4D20-9AA7-67117E0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71700"/>
            <a:ext cx="519112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medicine_id tham chiếu medicines.id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date và scheduled_time: cữ dự kiến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status: TAKEN hoặc SKIPPED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logged_at: thời điểm xác nhận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DE01D-433A-4887-89E7-0FDC5BFC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33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Giữ ngữ cảnh lịch sử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3976AE-F3BF-45C8-83B6-DAA1FEF3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5775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medicine_name_snapshot và dosage_snapshot lưu tên, liều lượng tại lúc ghi nhận.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6A29B-D7C3-4514-B56B-F3FA4544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333875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Quan hệ một nhiều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FF4ED-7925-4736-8D4D-B5CE9DD2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8577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Một thuốc có nhiều nhật ký cữ. Xóa thuốc đồng thời xóa nhật ký liên quan theo khóa ngoại.</a:t>
            </a:r>
          </a:p>
        </p:txBody>
      </p:sp>
    </p:spTree>
    <p:extLst>
      <p:ext uri="{BB962C8B-B14F-4D97-AF65-F5344CB8AC3E}">
        <p14:creationId xmlns:p14="http://schemas.microsoft.com/office/powerpoint/2010/main" val="44456965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689A0-F4E6-4AA2-8ECF-36A17053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BẢNG NHẬT KÝ NƯỚC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E0B4A-5EBB-4994-A4F6-8E14D7B1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water_logs: nhật ký từng lần uống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2E851-A010-4AA7-8B8F-E4EC8320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564AB-9C10-4903-B053-6A5544123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AC360-AA69-4404-A7B2-48511461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Năm trường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2EDFE-A86E-4983-8B7F-5DA91366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4787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id, user_id, date, amount_ml và logged_at. Mỗi hàng là một lần ghi nhận nước.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053B34-8A76-41E9-8AC0-8ACDAA44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9562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Tính tổng theo ngày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856D7-18DA-4C60-9215-04DC7390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Cộng amount_ml theo đúng tài khoản và ngày. Không lưu thêm một tổng riêng.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C90BA-2F89-4DD3-9ADD-DFA0FF7D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720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Cập nhật từ nhật ký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5962D-53EC-4C92-A553-34ABD68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00625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Sửa hoặc xóa một hàng sẽ thay đổi tổng nước và tiến độ theo dữ liệu còn lại.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A4C9EF-E8CF-42AE-BF4A-78DAA3999F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3594403de44152"/>
          <a:stretch xmlns:a="http://schemas.openxmlformats.org/drawingml/2006/main"/>
        </p:blipFill>
        <p:spPr>
          <a:xfrm xmlns:a="http://schemas.openxmlformats.org/drawingml/2006/main">
            <a:off x="8570119" y="1428750"/>
            <a:ext cx="2100263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269858-D358-4659-AF63-A26B012D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7429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87F72"/>
                </a:solidFill>
                <a:latin typeface="Arial"/>
                <a:ea typeface="Arial"/>
                <a:cs typeface="Arial"/>
              </a:rPr>
              <a:t>Mục tiêu nước và lịch nhắc thuộc users, không thuộc water_logs.</a:t>
            </a:r>
          </a:p>
        </p:txBody>
      </p:sp>
    </p:spTree>
    <p:extLst>
      <p:ext uri="{BB962C8B-B14F-4D97-AF65-F5344CB8AC3E}">
        <p14:creationId xmlns:p14="http://schemas.microsoft.com/office/powerpoint/2010/main" val="3507949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10F8C-B6C4-4175-866C-B7E91CEF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087F7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72"/>
                </a:solidFill>
                <a:latin typeface="Arial"/>
                <a:ea typeface="Arial"/>
                <a:cs typeface="Arial"/>
              </a:rPr>
              <a:t>1.4  TÍNH NHẤT QUÁN DỮ LIỆU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FB5A1-CDB5-483D-88E3-6383D134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92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Ràng buộc và giới hạn lưu trữ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6F275-FF63-496B-A4C4-36F7E6B9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VITA   /   CHƯƠNG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10D2F-11FF-43EA-A316-8D95CCF9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BC557-C486-494B-809D-788365AD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287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Khóa và quan hệ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13024-18C9-4839-9C96-E74B9BF4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523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Các bảng có id tự tăng. Bật khóa ngoại và ON DELETE CASCADE. Truy vấn gắn với tài khoản hiện tại.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30C7B-CCC7-4438-8DD8-6A1E5F83B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2877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Chỉ mục phục vụ truy vấn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47085-0D88-4290-9513-455D0A3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Sức khỏe và nước: (user_id, date).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Cữ thuốc: (medicine_id, date, scheduled_time). Chỉ mục cữ thuốc không phải UNIQUE.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2A9ADF-07D0-4F33-BC34-2E016FE3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Quy ước thời gian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88AC5-6F6C-408A-B561-BB9C1B5D9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57725"/>
            <a:ext cx="5238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Ngày: yyyy-MM-dd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Giờ dự kiến: HH:mm</a:t>
            </a:r>
          </a:p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Thời điểm ghi: yyyy-MM-dd HH:mm:ss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87A039-4F8C-47C3-8166-CFD3491B4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64C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4C47"/>
                </a:solidFill>
                <a:latin typeface="Arial"/>
                <a:ea typeface="Arial"/>
                <a:cs typeface="Arial"/>
              </a:rPr>
              <a:t>Giới hạn phiên bản hiện tại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A9695-4BCB-45A1-9F6F-78A8AC8A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57725"/>
            <a:ext cx="5095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B6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B66"/>
                </a:solidFill>
                <a:latin typeface="Arial"/>
                <a:ea typeface="Arial"/>
                <a:cs typeface="Arial"/>
              </a:rPr>
              <a:t>Lưu trong thiết bị, chưa đồng bộ hoặc xuất sao lưu. Gỡ ứng dụng hay xóa tài khoản có thể làm mất dữ liệu.</a:t>
            </a:r>
          </a:p>
        </p:txBody>
      </p:sp>
    </p:spTree>
    <p:extLst>
      <p:ext uri="{BB962C8B-B14F-4D97-AF65-F5344CB8AC3E}">
        <p14:creationId xmlns:p14="http://schemas.microsoft.com/office/powerpoint/2010/main" val="268381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2026-10-26T13:21:09.0840000Z</dcterms:created>
  <dcterms:modified xsi:type="dcterms:W3CDTF">2026-10-26T13:21:09.0840000Z</dcterms:modified>
</coreProperties>
</file>