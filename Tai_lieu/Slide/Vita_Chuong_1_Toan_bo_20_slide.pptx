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1a2c37620944b9" /><Relationship Type="http://schemas.openxmlformats.org/officeDocument/2006/relationships/extended-properties" Target="/docProps/app.xml" Id="R7646d19162654020" /><Relationship Type="http://schemas.openxmlformats.org/officeDocument/2006/relationships/officeDocument" Target="/ppt/presentation.xml" Id="R2952a81519a448d1" /></Relationships>
</file>

<file path=ppt/presentation.xml><?xml version="1.0" encoding="utf-8"?>
<p:presentation xmlns:p="http://schemas.openxmlformats.org/presentationml/2006/main">
  <p:sldMasterIdLst>
    <p:sldMasterId xmlns:r="http://schemas.openxmlformats.org/officeDocument/2006/relationships" id="2147483648" r:id="Ra2bde7dce85e4525"/>
  </p:sldMasterIdLst>
  <p:notesMasterIdLst>
    <p:notesMasterId xmlns:r="http://schemas.openxmlformats.org/officeDocument/2006/relationships" r:id="R5355ca06f27b4802"/>
  </p:notesMasterIdLst>
  <p:sldIdLst>
    <p:sldId xmlns:r="http://schemas.openxmlformats.org/officeDocument/2006/relationships" id="256" r:id="Ra979881059a4496a"/>
    <p:sldId xmlns:r="http://schemas.openxmlformats.org/officeDocument/2006/relationships" id="257" r:id="R65fb9df5e2204d9b"/>
    <p:sldId xmlns:r="http://schemas.openxmlformats.org/officeDocument/2006/relationships" id="258" r:id="R2af56c80bc9e427a"/>
    <p:sldId xmlns:r="http://schemas.openxmlformats.org/officeDocument/2006/relationships" id="259" r:id="R3587b9b417674a4d"/>
    <p:sldId xmlns:r="http://schemas.openxmlformats.org/officeDocument/2006/relationships" id="260" r:id="R98be918a70ee4a8f"/>
    <p:sldId xmlns:r="http://schemas.openxmlformats.org/officeDocument/2006/relationships" id="261" r:id="R5e9592528a394d2a"/>
    <p:sldId xmlns:r="http://schemas.openxmlformats.org/officeDocument/2006/relationships" id="262" r:id="Rf82d2fb8cb584ea7"/>
    <p:sldId xmlns:r="http://schemas.openxmlformats.org/officeDocument/2006/relationships" id="263" r:id="Rac4faa4cf846404e"/>
    <p:sldId xmlns:r="http://schemas.openxmlformats.org/officeDocument/2006/relationships" id="264" r:id="Rc674d0e158a54c73"/>
    <p:sldId xmlns:r="http://schemas.openxmlformats.org/officeDocument/2006/relationships" id="265" r:id="R20650c6f51a04052"/>
    <p:sldId xmlns:r="http://schemas.openxmlformats.org/officeDocument/2006/relationships" id="266" r:id="Rb0c1c40f029e4dda"/>
    <p:sldId xmlns:r="http://schemas.openxmlformats.org/officeDocument/2006/relationships" id="267" r:id="R7f3a4a0644f04a2a"/>
    <p:sldId xmlns:r="http://schemas.openxmlformats.org/officeDocument/2006/relationships" id="268" r:id="Raaa56edbaff84dc2"/>
    <p:sldId xmlns:r="http://schemas.openxmlformats.org/officeDocument/2006/relationships" id="269" r:id="R4e24db759ae546f0"/>
    <p:sldId xmlns:r="http://schemas.openxmlformats.org/officeDocument/2006/relationships" id="270" r:id="R92d438ffaf864927"/>
    <p:sldId xmlns:r="http://schemas.openxmlformats.org/officeDocument/2006/relationships" id="271" r:id="Rc569cdb1115f4527"/>
    <p:sldId xmlns:r="http://schemas.openxmlformats.org/officeDocument/2006/relationships" id="272" r:id="R5baf224914944c7d"/>
    <p:sldId xmlns:r="http://schemas.openxmlformats.org/officeDocument/2006/relationships" id="273" r:id="Rad05e14ebd6e43a9"/>
    <p:sldId xmlns:r="http://schemas.openxmlformats.org/officeDocument/2006/relationships" id="274" r:id="Rcc9d6ac669834295"/>
    <p:sldId xmlns:r="http://schemas.openxmlformats.org/officeDocument/2006/relationships" id="275" r:id="R5f204aa47a2a42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0fc36239844875" /><Relationship Type="http://schemas.openxmlformats.org/officeDocument/2006/relationships/slideMaster" Target="/ppt/slideMasters/slideMaster1.xml" Id="Ra2bde7dce85e4525" /><Relationship Type="http://schemas.openxmlformats.org/officeDocument/2006/relationships/notesMaster" Target="/ppt/notesMasters/notesMaster1.xml" Id="R5355ca06f27b4802" /><Relationship Type="http://schemas.openxmlformats.org/officeDocument/2006/relationships/presProps" Target="/ppt/presProps.xml" Id="R11064b70a177488d" /><Relationship Type="http://schemas.openxmlformats.org/officeDocument/2006/relationships/tableStyles" Target="/ppt/tableStyles.xml" Id="R3d50fd2d7c6441df" /><Relationship Type="http://schemas.openxmlformats.org/officeDocument/2006/relationships/slide" Target="/ppt/slides/slide1.xml" Id="Ra979881059a4496a" /><Relationship Type="http://schemas.openxmlformats.org/officeDocument/2006/relationships/slide" Target="/ppt/slides/slide2.xml" Id="R65fb9df5e2204d9b" /><Relationship Type="http://schemas.openxmlformats.org/officeDocument/2006/relationships/slide" Target="/ppt/slides/slide3.xml" Id="R2af56c80bc9e427a" /><Relationship Type="http://schemas.openxmlformats.org/officeDocument/2006/relationships/slide" Target="/ppt/slides/slide4.xml" Id="R3587b9b417674a4d" /><Relationship Type="http://schemas.openxmlformats.org/officeDocument/2006/relationships/slide" Target="/ppt/slides/slide5.xml" Id="R98be918a70ee4a8f" /><Relationship Type="http://schemas.openxmlformats.org/officeDocument/2006/relationships/slide" Target="/ppt/slides/slide6.xml" Id="R5e9592528a394d2a" /><Relationship Type="http://schemas.openxmlformats.org/officeDocument/2006/relationships/slide" Target="/ppt/slides/slide7.xml" Id="Rf82d2fb8cb584ea7" /><Relationship Type="http://schemas.openxmlformats.org/officeDocument/2006/relationships/slide" Target="/ppt/slides/slide8.xml" Id="Rac4faa4cf846404e" /><Relationship Type="http://schemas.openxmlformats.org/officeDocument/2006/relationships/slide" Target="/ppt/slides/slide9.xml" Id="Rc674d0e158a54c73" /><Relationship Type="http://schemas.openxmlformats.org/officeDocument/2006/relationships/slide" Target="/ppt/slides/slide10.xml" Id="R20650c6f51a04052" /><Relationship Type="http://schemas.openxmlformats.org/officeDocument/2006/relationships/slide" Target="/ppt/slides/slide11.xml" Id="Rb0c1c40f029e4dda" /><Relationship Type="http://schemas.openxmlformats.org/officeDocument/2006/relationships/slide" Target="/ppt/slides/slide12.xml" Id="R7f3a4a0644f04a2a" /><Relationship Type="http://schemas.openxmlformats.org/officeDocument/2006/relationships/slide" Target="/ppt/slides/slide13.xml" Id="Raaa56edbaff84dc2" /><Relationship Type="http://schemas.openxmlformats.org/officeDocument/2006/relationships/slide" Target="/ppt/slides/slide14.xml" Id="R4e24db759ae546f0" /><Relationship Type="http://schemas.openxmlformats.org/officeDocument/2006/relationships/slide" Target="/ppt/slides/slide15.xml" Id="R92d438ffaf864927" /><Relationship Type="http://schemas.openxmlformats.org/officeDocument/2006/relationships/slide" Target="/ppt/slides/slide16.xml" Id="Rc569cdb1115f4527" /><Relationship Type="http://schemas.openxmlformats.org/officeDocument/2006/relationships/slide" Target="/ppt/slides/slide17.xml" Id="R5baf224914944c7d" /><Relationship Type="http://schemas.openxmlformats.org/officeDocument/2006/relationships/slide" Target="/ppt/slides/slide18.xml" Id="Rad05e14ebd6e43a9" /><Relationship Type="http://schemas.openxmlformats.org/officeDocument/2006/relationships/slide" Target="/ppt/slides/slide19.xml" Id="Rcc9d6ac669834295" /><Relationship Type="http://schemas.openxmlformats.org/officeDocument/2006/relationships/slide" Target="/ppt/slides/slide20.xml" Id="R5f204aa47a2a42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0cfee71c7a41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8df6d12618447e" /><Relationship Type="http://schemas.openxmlformats.org/officeDocument/2006/relationships/notesMaster" Target="/ppt/notesMasters/notesMaster1.xml" Id="Rbc18a89de07a40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5890da84874988" /><Relationship Type="http://schemas.openxmlformats.org/officeDocument/2006/relationships/notesMaster" Target="/ppt/notesMasters/notesMaster1.xml" Id="R61745b1d3e1144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6d30800cf84536" /><Relationship Type="http://schemas.openxmlformats.org/officeDocument/2006/relationships/notesMaster" Target="/ppt/notesMasters/notesMaster1.xml" Id="R33df005afb014c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b88666f0fe4fc2" /><Relationship Type="http://schemas.openxmlformats.org/officeDocument/2006/relationships/notesMaster" Target="/ppt/notesMasters/notesMaster1.xml" Id="R41fd345413b344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3e76497231482a" /><Relationship Type="http://schemas.openxmlformats.org/officeDocument/2006/relationships/notesMaster" Target="/ppt/notesMasters/notesMaster1.xml" Id="Rce5ac3c1cde745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8a460224134408" /><Relationship Type="http://schemas.openxmlformats.org/officeDocument/2006/relationships/notesMaster" Target="/ppt/notesMasters/notesMaster1.xml" Id="R99b42e5f00bb49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1fcf81d3d0456a" /><Relationship Type="http://schemas.openxmlformats.org/officeDocument/2006/relationships/notesMaster" Target="/ppt/notesMasters/notesMaster1.xml" Id="R7e584ee8b50445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f8f947fd724ad4" /><Relationship Type="http://schemas.openxmlformats.org/officeDocument/2006/relationships/notesMaster" Target="/ppt/notesMasters/notesMaster1.xml" Id="Rd6f2d4bf1bfb46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183941cb2f42a3" /><Relationship Type="http://schemas.openxmlformats.org/officeDocument/2006/relationships/notesMaster" Target="/ppt/notesMasters/notesMaster1.xml" Id="R980b987c088a45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f1cbdaead4081" /><Relationship Type="http://schemas.openxmlformats.org/officeDocument/2006/relationships/notesMaster" Target="/ppt/notesMasters/notesMaster1.xml" Id="R64f07dc3ac6f46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755f4921d84382" /><Relationship Type="http://schemas.openxmlformats.org/officeDocument/2006/relationships/notesMaster" Target="/ppt/notesMasters/notesMaster1.xml" Id="R531dfc79b71949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794745925c4d3d" /><Relationship Type="http://schemas.openxmlformats.org/officeDocument/2006/relationships/notesMaster" Target="/ppt/notesMasters/notesMaster1.xml" Id="R327492980cdd47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d977153f5d4729" /><Relationship Type="http://schemas.openxmlformats.org/officeDocument/2006/relationships/notesMaster" Target="/ppt/notesMasters/notesMaster1.xml" Id="R42ad350491e64f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cd9ae993944d5f" /><Relationship Type="http://schemas.openxmlformats.org/officeDocument/2006/relationships/notesMaster" Target="/ppt/notesMasters/notesMaster1.xml" Id="Rf52d3532d29c47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5530b1a6504dad" /><Relationship Type="http://schemas.openxmlformats.org/officeDocument/2006/relationships/notesMaster" Target="/ppt/notesMasters/notesMaster1.xml" Id="R190b3f4ac40840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f9b7ba3bba4a02" /><Relationship Type="http://schemas.openxmlformats.org/officeDocument/2006/relationships/notesMaster" Target="/ppt/notesMasters/notesMaster1.xml" Id="R4a5a4dafbc0544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a2614ffa664afc" /><Relationship Type="http://schemas.openxmlformats.org/officeDocument/2006/relationships/notesMaster" Target="/ppt/notesMasters/notesMaster1.xml" Id="Rea684b25055643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d315fd23ab46ca" /><Relationship Type="http://schemas.openxmlformats.org/officeDocument/2006/relationships/notesMaster" Target="/ppt/notesMasters/notesMaster1.xml" Id="R0894bbd84f7648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9623d7c716446a" /><Relationship Type="http://schemas.openxmlformats.org/officeDocument/2006/relationships/notesMaster" Target="/ppt/notesMasters/notesMaster1.xml" Id="Rf8d03ae9e93c49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f601c4e3d04783" /><Relationship Type="http://schemas.openxmlformats.org/officeDocument/2006/relationships/notesMaster" Target="/ppt/notesMasters/notesMaster1.xml" Id="Rb0cd7e12ac6044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bafb57587b47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5d64374c7a43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8fad52a9ad4c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6c14de5fda4f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e56ebea0a746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953cbfd0d40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4BFF7-5BF9-4425-A395-D6F60E62FE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5DC2A2-B1FB-42A0-9DC4-2DDE6ED5D3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63E9BD-470D-427D-B699-42EFCB9EBA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B65E19-3C5B-4E8D-B90F-F91FEC52F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30E9B0-DC87-46F6-93DC-5C57364AE6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CC019F-45D1-45F8-B9A4-3B011C1C54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209DC5-EA7C-4160-9A08-4518002D36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57DD9D-FCD7-45D2-8FE6-A993925FD8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A7CF38-A195-4D40-88A3-CBA360A3C2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30514E-2073-4EC9-A499-08F9FEB402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70ba333df7436f" /><Relationship Type="http://schemas.openxmlformats.org/officeDocument/2006/relationships/slideLayout" Target="/ppt/slideLayouts/slideLayout1.xml" Id="R054ab388d6e04bff" /><Relationship Type="http://schemas.openxmlformats.org/officeDocument/2006/relationships/slideLayout" Target="/ppt/slideLayouts/slideLayout2.xml" Id="R588b32ebbd1f42bd" /><Relationship Type="http://schemas.openxmlformats.org/officeDocument/2006/relationships/slideLayout" Target="/ppt/slideLayouts/slideLayout3.xml" Id="R0d818a2b2f294b86" /><Relationship Type="http://schemas.openxmlformats.org/officeDocument/2006/relationships/slideLayout" Target="/ppt/slideLayouts/slideLayout4.xml" Id="R99c98f5ce7e14c94" /><Relationship Type="http://schemas.openxmlformats.org/officeDocument/2006/relationships/slideLayout" Target="/ppt/slideLayouts/slideLayout5.xml" Id="R5c428815a6f948b9" /><Relationship Type="http://schemas.openxmlformats.org/officeDocument/2006/relationships/slideLayout" Target="/ppt/slideLayouts/slideLayout6.xml" Id="R56c866551e074b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4ab388d6e04bff"/>
    <p:sldLayoutId xmlns:r="http://schemas.openxmlformats.org/officeDocument/2006/relationships" id="2147483650" r:id="R588b32ebbd1f42bd"/>
    <p:sldLayoutId xmlns:r="http://schemas.openxmlformats.org/officeDocument/2006/relationships" id="2147483651" r:id="R0d818a2b2f294b86"/>
    <p:sldLayoutId xmlns:r="http://schemas.openxmlformats.org/officeDocument/2006/relationships" id="2147483652" r:id="R99c98f5ce7e14c94"/>
    <p:sldLayoutId xmlns:r="http://schemas.openxmlformats.org/officeDocument/2006/relationships" id="2147483653" r:id="R5c428815a6f948b9"/>
    <p:sldLayoutId xmlns:r="http://schemas.openxmlformats.org/officeDocument/2006/relationships" id="2147483654" r:id="R56c866551e074b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21573f8a384f10" /><Relationship Type="http://schemas.openxmlformats.org/officeDocument/2006/relationships/image" Target="/ppt/media/image.jpeg" Id="R2fab92ac19474c1a" /><Relationship Type="http://schemas.openxmlformats.org/officeDocument/2006/relationships/notesSlide" Target="/ppt/notesSlides/notesSlide1.xml" Id="Rcf5712c9bee244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8e167667284628" /><Relationship Type="http://schemas.openxmlformats.org/officeDocument/2006/relationships/notesSlide" Target="/ppt/notesSlides/notesSlide2.xml" Id="Rdc56eb186f0b49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b379e9a1a54bc0" /><Relationship Type="http://schemas.openxmlformats.org/officeDocument/2006/relationships/notesSlide" Target="/ppt/notesSlides/notesSlide3.xml" Id="R16bbf3e1e69c48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5fc2f774264712" /><Relationship Type="http://schemas.openxmlformats.org/officeDocument/2006/relationships/image" Target="/ppt/media/image.png" Id="Rf356413e122e46e3" /><Relationship Type="http://schemas.openxmlformats.org/officeDocument/2006/relationships/notesSlide" Target="/ppt/notesSlides/notesSlide4.xml" Id="R9b7c19a0c2e645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f7ab47d2f549a7" /><Relationship Type="http://schemas.openxmlformats.org/officeDocument/2006/relationships/image" Target="/ppt/media/image2.png" Id="R2dd9c181f5c74f9f" /><Relationship Type="http://schemas.openxmlformats.org/officeDocument/2006/relationships/image" Target="/ppt/media/image3.png" Id="R04c303c3db6849f0" /><Relationship Type="http://schemas.openxmlformats.org/officeDocument/2006/relationships/image" Target="/ppt/media/image4.png" Id="Re205924e6c37441b" /><Relationship Type="http://schemas.openxmlformats.org/officeDocument/2006/relationships/image" Target="/ppt/media/image5.png" Id="Rf56f83726ea3448c" /><Relationship Type="http://schemas.openxmlformats.org/officeDocument/2006/relationships/notesSlide" Target="/ppt/notesSlides/notesSlide5.xml" Id="R2a08470b2dee41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1eea54b6b74bba" /><Relationship Type="http://schemas.openxmlformats.org/officeDocument/2006/relationships/image" Target="/ppt/media/image6.png" Id="R009a1789b3fa4835" /><Relationship Type="http://schemas.openxmlformats.org/officeDocument/2006/relationships/image" Target="/ppt/media/image7.png" Id="R8ffebd39348d4ce9" /><Relationship Type="http://schemas.openxmlformats.org/officeDocument/2006/relationships/image" Target="/ppt/media/image8.png" Id="R9891bd9f83b44e45" /><Relationship Type="http://schemas.openxmlformats.org/officeDocument/2006/relationships/notesSlide" Target="/ppt/notesSlides/notesSlide6.xml" Id="R2fd7d29a00144e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a100a44bf74e02" /><Relationship Type="http://schemas.openxmlformats.org/officeDocument/2006/relationships/image" Target="/ppt/media/image9.png" Id="R4fbd81f903594f22" /><Relationship Type="http://schemas.openxmlformats.org/officeDocument/2006/relationships/image" Target="/ppt/media/image10.png" Id="R554f27af00dd4927" /><Relationship Type="http://schemas.openxmlformats.org/officeDocument/2006/relationships/image" Target="/ppt/media/image11.png" Id="R61c1f2ead9b941e8" /><Relationship Type="http://schemas.openxmlformats.org/officeDocument/2006/relationships/notesSlide" Target="/ppt/notesSlides/notesSlide7.xml" Id="Rc70ecba0749b4d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2b427c1ef34c2b" /><Relationship Type="http://schemas.openxmlformats.org/officeDocument/2006/relationships/image" Target="/ppt/media/image12.png" Id="Rf03878bb9d1843f9" /><Relationship Type="http://schemas.openxmlformats.org/officeDocument/2006/relationships/image" Target="/ppt/media/image13.png" Id="Rb6b4c69f28a345e8" /><Relationship Type="http://schemas.openxmlformats.org/officeDocument/2006/relationships/image" Target="/ppt/media/image14.png" Id="R7f02d582bade43a7" /><Relationship Type="http://schemas.openxmlformats.org/officeDocument/2006/relationships/notesSlide" Target="/ppt/notesSlides/notesSlide8.xml" Id="R56c0cb5053a248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a68b5f12f44c26" /><Relationship Type="http://schemas.openxmlformats.org/officeDocument/2006/relationships/image" Target="/ppt/media/image15.png" Id="R9be0d9eb7490464e" /><Relationship Type="http://schemas.openxmlformats.org/officeDocument/2006/relationships/image" Target="/ppt/media/image16.png" Id="R76c7cd0ccf574b75" /><Relationship Type="http://schemas.openxmlformats.org/officeDocument/2006/relationships/image" Target="/ppt/media/image17.png" Id="R6b2eee2e18c84d70" /><Relationship Type="http://schemas.openxmlformats.org/officeDocument/2006/relationships/notesSlide" Target="/ppt/notesSlides/notesSlide9.xml" Id="R866a9bc879974c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9ac50869cb4d77" /><Relationship Type="http://schemas.openxmlformats.org/officeDocument/2006/relationships/image" Target="/ppt/media/image18.png" Id="R8231f1ab80e54eea" /><Relationship Type="http://schemas.openxmlformats.org/officeDocument/2006/relationships/image" Target="/ppt/media/image19.png" Id="R801252a369b04dd9" /><Relationship Type="http://schemas.openxmlformats.org/officeDocument/2006/relationships/image" Target="/ppt/media/image20.png" Id="R08037a8999d04590" /><Relationship Type="http://schemas.openxmlformats.org/officeDocument/2006/relationships/notesSlide" Target="/ppt/notesSlides/notesSlide10.xml" Id="Rbf554d44447e45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b9af82ccc2a4899" /><Relationship Type="http://schemas.openxmlformats.org/officeDocument/2006/relationships/image" Target="/ppt/media/image21.png" Id="R74c379981d4a41a3" /><Relationship Type="http://schemas.openxmlformats.org/officeDocument/2006/relationships/image" Target="/ppt/media/image22.png" Id="R7ddd617a1baa4b2c" /><Relationship Type="http://schemas.openxmlformats.org/officeDocument/2006/relationships/image" Target="/ppt/media/image23.png" Id="Rebb251ca15d84970" /><Relationship Type="http://schemas.openxmlformats.org/officeDocument/2006/relationships/notesSlide" Target="/ppt/notesSlides/notesSlide11.xml" Id="R9155af151fa241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56db4abbe0e49c8" /><Relationship Type="http://schemas.openxmlformats.org/officeDocument/2006/relationships/image" Target="/ppt/media/image24.png" Id="Rbce7b49bc4cf4c20" /><Relationship Type="http://schemas.openxmlformats.org/officeDocument/2006/relationships/notesSlide" Target="/ppt/notesSlides/notesSlide12.xml" Id="R2b2aac7788d340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1b6d7e7fcb34a56" /><Relationship Type="http://schemas.openxmlformats.org/officeDocument/2006/relationships/image" Target="/ppt/media/image25.png" Id="Rc9d997089b174005" /><Relationship Type="http://schemas.openxmlformats.org/officeDocument/2006/relationships/notesSlide" Target="/ppt/notesSlides/notesSlide13.xml" Id="R9e7a8862b77d49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fb5c23d81a34138" /><Relationship Type="http://schemas.openxmlformats.org/officeDocument/2006/relationships/notesSlide" Target="/ppt/notesSlides/notesSlide14.xml" Id="Rcab3e1fcfffd41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52c65c83c2447e" /><Relationship Type="http://schemas.openxmlformats.org/officeDocument/2006/relationships/notesSlide" Target="/ppt/notesSlides/notesSlide15.xml" Id="R3ccf6bab712d49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4c9f05dfece4f95" /><Relationship Type="http://schemas.openxmlformats.org/officeDocument/2006/relationships/notesSlide" Target="/ppt/notesSlides/notesSlide16.xml" Id="R3bc9ebead59048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130148239a5495e" /><Relationship Type="http://schemas.openxmlformats.org/officeDocument/2006/relationships/notesSlide" Target="/ppt/notesSlides/notesSlide17.xml" Id="R06ee0b13b2c943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99d8c1f8b244847" /><Relationship Type="http://schemas.openxmlformats.org/officeDocument/2006/relationships/notesSlide" Target="/ppt/notesSlides/notesSlide18.xml" Id="R00b1a1192cbd47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c35606b47c4f49" /><Relationship Type="http://schemas.openxmlformats.org/officeDocument/2006/relationships/notesSlide" Target="/ppt/notesSlides/notesSlide19.xml" Id="R6635e27e865a4a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641f63743714672" /><Relationship Type="http://schemas.openxmlformats.org/officeDocument/2006/relationships/notesSlide" Target="/ppt/notesSlides/notesSlide20.xml" Id="R7d0a50cf9ced499a" /></Relationships>
</file>

<file path=ppt/slides/slide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223E7A-CB0D-4D3F-A4D8-5F71CB38C894}"/>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CHƯƠNG 1  /  MÔ TẢ BÀI TOÁN VÀ SƠ ĐỒ CHỨC NĂNG</a:t>
            </a:r>
          </a:p>
        </p:txBody>
      </p:sp>
      <p:sp>
        <p:nvSpPr>
          <p:cNvPr id="2" name="">
            <a:extLst xmlns:a="http://schemas.openxmlformats.org/drawingml/2006/main">
              <a:ext uri="{FF2B5EF4-FFF2-40B4-BE49-F238E27FC236}">
                <a16:creationId xmlns:a16="http://schemas.microsoft.com/office/drawing/2014/main" id="{68223B14-C9ED-4E87-A529-22E113969058}"/>
              </a:ext>
            </a:extLst>
          </p:cNvPr>
          <p:cNvSpPr>
            <a:spLocks xmlns:a="http://schemas.openxmlformats.org/drawingml/2006/main" noGrp="1"/>
          </p:cNvSpPr>
          <p:nvPr/>
        </p:nvSpPr>
        <p:spPr>
          <a:xfrm xmlns:a="http://schemas.openxmlformats.org/drawingml/2006/main">
            <a:off x="514350" y="1381125"/>
            <a:ext cx="809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Ứng dụng Android quản lý</a:t>
            </a:r>
          </a:p>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sức khỏe tại nhà Vita</a:t>
            </a:r>
          </a:p>
        </p:txBody>
      </p:sp>
      <p:sp>
        <p:nvSpPr>
          <p:cNvPr id="3" name="">
            <a:extLst xmlns:a="http://schemas.openxmlformats.org/drawingml/2006/main">
              <a:ext uri="{FF2B5EF4-FFF2-40B4-BE49-F238E27FC236}">
                <a16:creationId xmlns:a16="http://schemas.microsoft.com/office/drawing/2014/main" id="{7268ABDD-F7A0-4682-AA34-B2C50CA78DE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E27BD3E-A95F-4038-A6E2-F3F0AA8F08FE}"/>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92250D3-9EEE-4058-B32A-2FB6527E63C4}"/>
              </a:ext>
            </a:extLst>
          </p:cNvPr>
          <p:cNvSpPr>
            <a:spLocks xmlns:a="http://schemas.openxmlformats.org/drawingml/2006/main" noGrp="1"/>
          </p:cNvSpPr>
          <p:nvPr/>
        </p:nvSpPr>
        <p:spPr>
          <a:xfrm xmlns:a="http://schemas.openxmlformats.org/drawingml/2006/main">
            <a:off x="514350" y="3190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87F72"/>
                </a:solidFill>
                <a:latin typeface="Arial"/>
                <a:ea typeface="Arial"/>
                <a:cs typeface="Arial"/>
              </a:defRPr>
            </a:defPPr>
            <a:lvl1pPr>
              <a:defRPr sz="2250" b="0">
                <a:solidFill>
                  <a:srgbClr val="087F72"/>
                </a:solidFill>
                <a:latin typeface="Arial"/>
                <a:ea typeface="Arial"/>
                <a:cs typeface="Arial"/>
              </a:defRPr>
            </a:lvl1pPr>
            <a:lvl2pPr>
              <a:defRPr sz="2250" b="0">
                <a:solidFill>
                  <a:srgbClr val="087F72"/>
                </a:solidFill>
                <a:latin typeface="Arial"/>
                <a:ea typeface="Arial"/>
                <a:cs typeface="Arial"/>
              </a:defRPr>
            </a:lvl2pPr>
            <a:lvl3pPr>
              <a:defRPr sz="2250" b="0">
                <a:solidFill>
                  <a:srgbClr val="087F72"/>
                </a:solidFill>
                <a:latin typeface="Arial"/>
                <a:ea typeface="Arial"/>
                <a:cs typeface="Arial"/>
              </a:defRPr>
            </a:lvl3pPr>
            <a:lvl4pPr>
              <a:defRPr sz="2250" b="0">
                <a:solidFill>
                  <a:srgbClr val="087F72"/>
                </a:solidFill>
                <a:latin typeface="Arial"/>
                <a:ea typeface="Arial"/>
                <a:cs typeface="Arial"/>
              </a:defRPr>
            </a:lvl4pPr>
            <a:lvl5pPr>
              <a:defRPr sz="2250" b="0">
                <a:solidFill>
                  <a:srgbClr val="087F72"/>
                </a:solidFill>
                <a:latin typeface="Arial"/>
                <a:ea typeface="Arial"/>
                <a:cs typeface="Arial"/>
              </a:defRPr>
            </a:lvl5pPr>
            <a:lvl6pPr>
              <a:defRPr sz="2250" b="0">
                <a:solidFill>
                  <a:srgbClr val="087F72"/>
                </a:solidFill>
                <a:latin typeface="Arial"/>
                <a:ea typeface="Arial"/>
                <a:cs typeface="Arial"/>
              </a:defRPr>
            </a:lvl6pPr>
            <a:lvl7pPr>
              <a:defRPr sz="2250" b="0">
                <a:solidFill>
                  <a:srgbClr val="087F72"/>
                </a:solidFill>
                <a:latin typeface="Arial"/>
                <a:ea typeface="Arial"/>
                <a:cs typeface="Arial"/>
              </a:defRPr>
            </a:lvl7pPr>
            <a:lvl8pPr>
              <a:defRPr sz="2250" b="0">
                <a:solidFill>
                  <a:srgbClr val="087F72"/>
                </a:solidFill>
                <a:latin typeface="Arial"/>
                <a:ea typeface="Arial"/>
                <a:cs typeface="Arial"/>
              </a:defRPr>
            </a:lvl8pPr>
            <a:lvl9pPr>
              <a:defRPr sz="2250" b="0">
                <a:solidFill>
                  <a:srgbClr val="087F72"/>
                </a:solidFill>
                <a:latin typeface="Arial"/>
                <a:ea typeface="Arial"/>
                <a:cs typeface="Arial"/>
              </a:defRPr>
            </a:lvl9pPr>
          </a:lstStyle>
          <a:p xmlns:a="http://schemas.openxmlformats.org/drawingml/2006/main">
            <a:pPr>
              <a:defRPr sz="2250" b="0">
                <a:solidFill>
                  <a:srgbClr val="087F72"/>
                </a:solidFill>
                <a:latin typeface="Arial"/>
                <a:ea typeface="Arial"/>
                <a:cs typeface="Arial"/>
              </a:defRPr>
            </a:pPr>
            <a:r>
              <a:rPr sz="2250" b="0">
                <a:solidFill>
                  <a:srgbClr val="087F72"/>
                </a:solidFill>
                <a:latin typeface="Arial"/>
                <a:ea typeface="Arial"/>
                <a:cs typeface="Arial"/>
              </a:rPr>
              <a:t>Tổng quan đề tài, chức năng, màn hình và cơ sở dữ liệu</a:t>
            </a:r>
          </a:p>
        </p:txBody>
      </p:sp>
      <p:sp>
        <p:nvSpPr>
          <p:cNvPr id="6" name="">
            <a:extLst xmlns:a="http://schemas.openxmlformats.org/drawingml/2006/main">
              <a:ext uri="{FF2B5EF4-FFF2-40B4-BE49-F238E27FC236}">
                <a16:creationId xmlns:a16="http://schemas.microsoft.com/office/drawing/2014/main" id="{CCAD4848-3CC1-4081-A560-329BF7BA2BAB}"/>
              </a:ext>
            </a:extLst>
          </p:cNvPr>
          <p:cNvSpPr>
            <a:spLocks xmlns:a="http://schemas.openxmlformats.org/drawingml/2006/main" noGrp="1"/>
          </p:cNvSpPr>
          <p:nvPr/>
        </p:nvSpPr>
        <p:spPr>
          <a:xfrm xmlns:a="http://schemas.openxmlformats.org/drawingml/2006/main">
            <a:off x="514350" y="5067300"/>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Huỳnh Trung Tín · Đinh Tấn Minh</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GVHD: ThS. Nguyễn Kim Duy</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Trường Đại học Thủ Dầu Một · Tháng 10/2026</a:t>
            </a:r>
          </a:p>
        </p:txBody>
      </p:sp>
      <p:pic>
        <p:nvPicPr>
          <p:cNvPr id="7" name="">
            <a:extLst xmlns:a="http://schemas.openxmlformats.org/drawingml/2006/main">
              <a:ext uri="{FF2B5EF4-FFF2-40B4-BE49-F238E27FC236}">
                <a16:creationId xmlns:a16="http://schemas.microsoft.com/office/drawing/2014/main" id="{2ADB4BFB-F0C2-4E40-9342-A9BE98809985}"/>
              </a:ext>
            </a:extLst>
          </p:cNvPr>
          <p:cNvPicPr>
            <a:picLocks xmlns:a="http://schemas.openxmlformats.org/drawingml/2006/main" noChangeAspect="1"/>
          </p:cNvPicPr>
          <p:nvPr/>
        </p:nvPicPr>
        <p:blipFill>
          <a:blip xmlns:r="http://schemas.openxmlformats.org/officeDocument/2006/relationships" xmlns:a="http://schemas.openxmlformats.org/drawingml/2006/main" r:embed="R2fab92ac19474c1a"/>
          <a:stretch xmlns:a="http://schemas.openxmlformats.org/drawingml/2006/main"/>
        </p:blipFill>
        <p:spPr>
          <a:xfrm xmlns:a="http://schemas.openxmlformats.org/drawingml/2006/main">
            <a:off x="9048750" y="2190750"/>
            <a:ext cx="2190750" cy="2190750"/>
          </a:xfrm>
          <a:prstGeom xmlns:a="http://schemas.openxmlformats.org/drawingml/2006/main" prst="rect">
            <a:avLst/>
          </a:prstGeom>
        </p:spPr>
      </p:pic>
    </p:spTree>
    <p:extLst>
      <p:ext uri="{BB962C8B-B14F-4D97-AF65-F5344CB8AC3E}">
        <p14:creationId xmlns:p14="http://schemas.microsoft.com/office/powerpoint/2010/main" val="66202404"/>
      </p:ext>
    </p:extLst>
  </p:cSld>
</p:sld>
</file>

<file path=ppt/slides/slide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67C22D8-F56E-4B0F-863D-8D9702288DA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MÔ TẢ BÀI TOÁN</a:t>
            </a:r>
          </a:p>
        </p:txBody>
      </p:sp>
      <p:sp>
        <p:nvSpPr>
          <p:cNvPr id="2" name="">
            <a:extLst xmlns:a="http://schemas.openxmlformats.org/drawingml/2006/main">
              <a:ext uri="{FF2B5EF4-FFF2-40B4-BE49-F238E27FC236}">
                <a16:creationId xmlns:a16="http://schemas.microsoft.com/office/drawing/2014/main" id="{9EB1CBA4-1196-44C8-9472-4A3A0F60D821}"/>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Bài toán, mục tiêu và phạm vi</a:t>
            </a:r>
          </a:p>
        </p:txBody>
      </p:sp>
      <p:sp>
        <p:nvSpPr>
          <p:cNvPr id="3" name="">
            <a:extLst xmlns:a="http://schemas.openxmlformats.org/drawingml/2006/main">
              <a:ext uri="{FF2B5EF4-FFF2-40B4-BE49-F238E27FC236}">
                <a16:creationId xmlns:a16="http://schemas.microsoft.com/office/drawing/2014/main" id="{4F345FC3-F40A-48D8-8680-4AB114C0D29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162F0845-3E10-4233-A920-99C97B6E8D2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A340A0B-A8ED-4A5A-9D3B-63246C274B5A}"/>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Hiện trạng</a:t>
            </a:r>
          </a:p>
        </p:txBody>
      </p:sp>
      <p:sp>
        <p:nvSpPr>
          <p:cNvPr id="6" name="">
            <a:extLst xmlns:a="http://schemas.openxmlformats.org/drawingml/2006/main">
              <a:ext uri="{FF2B5EF4-FFF2-40B4-BE49-F238E27FC236}">
                <a16:creationId xmlns:a16="http://schemas.microsoft.com/office/drawing/2014/main" id="{0E106C99-1B16-4A33-B6BD-9AAFE9F0F09D}"/>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Kết quả đo rời rạc, thiếu thời điểm và bối cảnh nên khó theo dõi thay đổi.</a:t>
            </a:r>
          </a:p>
        </p:txBody>
      </p:sp>
      <p:sp>
        <p:nvSpPr>
          <p:cNvPr id="7" name="">
            <a:extLst xmlns:a="http://schemas.openxmlformats.org/drawingml/2006/main">
              <a:ext uri="{FF2B5EF4-FFF2-40B4-BE49-F238E27FC236}">
                <a16:creationId xmlns:a16="http://schemas.microsoft.com/office/drawing/2014/main" id="{081ECF8B-00B3-41AF-A269-06BDEE2A32B7}"/>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Mục tiêu</a:t>
            </a:r>
          </a:p>
        </p:txBody>
      </p:sp>
      <p:sp>
        <p:nvSpPr>
          <p:cNvPr id="8" name="">
            <a:extLst xmlns:a="http://schemas.openxmlformats.org/drawingml/2006/main">
              <a:ext uri="{FF2B5EF4-FFF2-40B4-BE49-F238E27FC236}">
                <a16:creationId xmlns:a16="http://schemas.microsoft.com/office/drawing/2014/main" id="{3A866EF4-FAF9-408B-91DA-17DC9D311A56}"/>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Ghi chỉ số, quản lý thuốc, nước uống và thống kê trong một ứng dụng.</a:t>
            </a:r>
          </a:p>
        </p:txBody>
      </p:sp>
      <p:sp>
        <p:nvSpPr>
          <p:cNvPr id="9" name="">
            <a:extLst xmlns:a="http://schemas.openxmlformats.org/drawingml/2006/main">
              <a:ext uri="{FF2B5EF4-FFF2-40B4-BE49-F238E27FC236}">
                <a16:creationId xmlns:a16="http://schemas.microsoft.com/office/drawing/2014/main" id="{4D33D3FF-3B66-4A32-8A74-0D00353E1378}"/>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Đối tượng</a:t>
            </a:r>
          </a:p>
        </p:txBody>
      </p:sp>
      <p:sp>
        <p:nvSpPr>
          <p:cNvPr id="10" name="">
            <a:extLst xmlns:a="http://schemas.openxmlformats.org/drawingml/2006/main">
              <a:ext uri="{FF2B5EF4-FFF2-40B4-BE49-F238E27FC236}">
                <a16:creationId xmlns:a16="http://schemas.microsoft.com/office/drawing/2014/main" id="{DA492919-3134-4476-B63D-C15D8BCC4E56}"/>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Cá nhân tự ghi chép và theo dõi sức khỏe tại nhà.</a:t>
            </a:r>
          </a:p>
        </p:txBody>
      </p:sp>
      <p:sp>
        <p:nvSpPr>
          <p:cNvPr id="11" name="">
            <a:extLst xmlns:a="http://schemas.openxmlformats.org/drawingml/2006/main">
              <a:ext uri="{FF2B5EF4-FFF2-40B4-BE49-F238E27FC236}">
                <a16:creationId xmlns:a16="http://schemas.microsoft.com/office/drawing/2014/main" id="{38D3EE9C-E3CD-418E-9591-6D471248BE90}"/>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Nền tảng</a:t>
            </a:r>
          </a:p>
        </p:txBody>
      </p:sp>
      <p:sp>
        <p:nvSpPr>
          <p:cNvPr id="12" name="">
            <a:extLst xmlns:a="http://schemas.openxmlformats.org/drawingml/2006/main">
              <a:ext uri="{FF2B5EF4-FFF2-40B4-BE49-F238E27FC236}">
                <a16:creationId xmlns:a16="http://schemas.microsoft.com/office/drawing/2014/main" id="{697FAAE7-8BE0-461A-B0BB-B2250236B3A9}"/>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Java, giao diện XML, Android 7.0 trở lên. Dữ liệu cục bộ bằng SQLite.</a:t>
            </a:r>
          </a:p>
        </p:txBody>
      </p:sp>
      <p:sp>
        <p:nvSpPr>
          <p:cNvPr id="13" name="">
            <a:extLst xmlns:a="http://schemas.openxmlformats.org/drawingml/2006/main">
              <a:ext uri="{FF2B5EF4-FFF2-40B4-BE49-F238E27FC236}">
                <a16:creationId xmlns:a16="http://schemas.microsoft.com/office/drawing/2014/main" id="{FB8D0292-0C6E-41D2-825D-6EF97DC33DCB}"/>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Phạm vi hiện tại</a:t>
            </a:r>
          </a:p>
        </p:txBody>
      </p:sp>
      <p:sp>
        <p:nvSpPr>
          <p:cNvPr id="14" name="">
            <a:extLst xmlns:a="http://schemas.openxmlformats.org/drawingml/2006/main">
              <a:ext uri="{FF2B5EF4-FFF2-40B4-BE49-F238E27FC236}">
                <a16:creationId xmlns:a16="http://schemas.microsoft.com/office/drawing/2014/main" id="{8EA0E2EE-BBB0-45D9-BA4C-F2A3AA1653FC}"/>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Nhập thủ công. Chưa đồng bộ đám mây, kết nối thiết bị đo hay theo dõi giấc ngủ.</a:t>
            </a:r>
          </a:p>
        </p:txBody>
      </p:sp>
      <p:sp>
        <p:nvSpPr>
          <p:cNvPr id="15" name="">
            <a:extLst xmlns:a="http://schemas.openxmlformats.org/drawingml/2006/main">
              <a:ext uri="{FF2B5EF4-FFF2-40B4-BE49-F238E27FC236}">
                <a16:creationId xmlns:a16="http://schemas.microsoft.com/office/drawing/2014/main" id="{4F07D1A4-1A41-4E9E-BB36-D325D09D76D1}"/>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Giới hạn sử dụng</a:t>
            </a:r>
          </a:p>
        </p:txBody>
      </p:sp>
      <p:sp>
        <p:nvSpPr>
          <p:cNvPr id="16" name="">
            <a:extLst xmlns:a="http://schemas.openxmlformats.org/drawingml/2006/main">
              <a:ext uri="{FF2B5EF4-FFF2-40B4-BE49-F238E27FC236}">
                <a16:creationId xmlns:a16="http://schemas.microsoft.com/office/drawing/2014/main" id="{63D1CA5C-5342-4622-B518-36542EC99C9E}"/>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Nhận xét chỉ số và BMI chỉ để tham khảo, không chẩn đoán hoặc chỉ định điều trị.</a:t>
            </a:r>
          </a:p>
        </p:txBody>
      </p:sp>
    </p:spTree>
    <p:extLst>
      <p:ext uri="{BB962C8B-B14F-4D97-AF65-F5344CB8AC3E}">
        <p14:creationId xmlns:p14="http://schemas.microsoft.com/office/powerpoint/2010/main" val="52919437"/>
      </p:ext>
    </p:extLst>
  </p:cSld>
</p:sld>
</file>

<file path=ppt/slides/slide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F2A0C57-D8C8-4D07-9062-E0BE8231A0C3}"/>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NHU CẦU VÀ CHỨC NĂNG</a:t>
            </a:r>
          </a:p>
        </p:txBody>
      </p:sp>
      <p:sp>
        <p:nvSpPr>
          <p:cNvPr id="2" name="">
            <a:extLst xmlns:a="http://schemas.openxmlformats.org/drawingml/2006/main">
              <a:ext uri="{FF2B5EF4-FFF2-40B4-BE49-F238E27FC236}">
                <a16:creationId xmlns:a16="http://schemas.microsoft.com/office/drawing/2014/main" id="{198CE99D-E6A2-40CD-89A1-E82468969CF4}"/>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chức năng chính của Vita</a:t>
            </a:r>
          </a:p>
        </p:txBody>
      </p:sp>
      <p:sp>
        <p:nvSpPr>
          <p:cNvPr id="3" name="">
            <a:extLst xmlns:a="http://schemas.openxmlformats.org/drawingml/2006/main">
              <a:ext uri="{FF2B5EF4-FFF2-40B4-BE49-F238E27FC236}">
                <a16:creationId xmlns:a16="http://schemas.microsoft.com/office/drawing/2014/main" id="{2845E3EF-B121-42BB-9EFC-B4465C8FE52E}"/>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178115C-1B2D-459F-839D-58369BB8854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F560C63-0331-48A1-A9FB-FAEDB9B99B9D}"/>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Tài khoản và hồ sơ</a:t>
            </a:r>
          </a:p>
        </p:txBody>
      </p:sp>
      <p:sp>
        <p:nvSpPr>
          <p:cNvPr id="6" name="">
            <a:extLst xmlns:a="http://schemas.openxmlformats.org/drawingml/2006/main">
              <a:ext uri="{FF2B5EF4-FFF2-40B4-BE49-F238E27FC236}">
                <a16:creationId xmlns:a16="http://schemas.microsoft.com/office/drawing/2014/main" id="{60234371-04A6-4B35-80B2-5F4BE73CD909}"/>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Đăng ký hai bước, đăng nhập, sửa hồ sơ, đăng xuất và xóa tài khoản.</a:t>
            </a:r>
          </a:p>
        </p:txBody>
      </p:sp>
      <p:sp>
        <p:nvSpPr>
          <p:cNvPr id="7" name="">
            <a:extLst xmlns:a="http://schemas.openxmlformats.org/drawingml/2006/main">
              <a:ext uri="{FF2B5EF4-FFF2-40B4-BE49-F238E27FC236}">
                <a16:creationId xmlns:a16="http://schemas.microsoft.com/office/drawing/2014/main" id="{1FAB203D-4759-491A-B7D9-0742F8EBAE3E}"/>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Chỉ số và BMI</a:t>
            </a:r>
          </a:p>
        </p:txBody>
      </p:sp>
      <p:sp>
        <p:nvSpPr>
          <p:cNvPr id="8" name="">
            <a:extLst xmlns:a="http://schemas.openxmlformats.org/drawingml/2006/main">
              <a:ext uri="{FF2B5EF4-FFF2-40B4-BE49-F238E27FC236}">
                <a16:creationId xmlns:a16="http://schemas.microsoft.com/office/drawing/2014/main" id="{C12EDFB0-D35F-4F57-BFE4-83838D96E18C}"/>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Thêm, sửa, tra cứu lần đo. Tính BMI và phân loại khi đủ điều kiện tuổi.</a:t>
            </a:r>
          </a:p>
        </p:txBody>
      </p:sp>
      <p:sp>
        <p:nvSpPr>
          <p:cNvPr id="9" name="">
            <a:extLst xmlns:a="http://schemas.openxmlformats.org/drawingml/2006/main">
              <a:ext uri="{FF2B5EF4-FFF2-40B4-BE49-F238E27FC236}">
                <a16:creationId xmlns:a16="http://schemas.microsoft.com/office/drawing/2014/main" id="{E2166584-7A8D-4BA0-AFF7-FBC998CF4B94}"/>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Thuốc và cữ uống</a:t>
            </a:r>
          </a:p>
        </p:txBody>
      </p:sp>
      <p:sp>
        <p:nvSpPr>
          <p:cNvPr id="10" name="">
            <a:extLst xmlns:a="http://schemas.openxmlformats.org/drawingml/2006/main">
              <a:ext uri="{FF2B5EF4-FFF2-40B4-BE49-F238E27FC236}">
                <a16:creationId xmlns:a16="http://schemas.microsoft.com/office/drawing/2014/main" id="{07FFD342-026E-4BE4-9DE6-D8F222FC0EE6}"/>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Nhiều giờ, ngày lặp. Người dùng xác nhận Đã uống hoặc Bỏ qua.</a:t>
            </a:r>
          </a:p>
        </p:txBody>
      </p:sp>
      <p:sp>
        <p:nvSpPr>
          <p:cNvPr id="11" name="">
            <a:extLst xmlns:a="http://schemas.openxmlformats.org/drawingml/2006/main">
              <a:ext uri="{FF2B5EF4-FFF2-40B4-BE49-F238E27FC236}">
                <a16:creationId xmlns:a16="http://schemas.microsoft.com/office/drawing/2014/main" id="{4EF17322-63B8-40DD-9399-E890CFC59E5F}"/>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Nước uống</a:t>
            </a:r>
          </a:p>
        </p:txBody>
      </p:sp>
      <p:sp>
        <p:nvSpPr>
          <p:cNvPr id="12" name="">
            <a:extLst xmlns:a="http://schemas.openxmlformats.org/drawingml/2006/main">
              <a:ext uri="{FF2B5EF4-FFF2-40B4-BE49-F238E27FC236}">
                <a16:creationId xmlns:a16="http://schemas.microsoft.com/office/drawing/2014/main" id="{BA2D1346-ECA9-4E75-BF04-1BE50B1330E8}"/>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Ghi từng lần uống, sửa nhật ký và theo dõi mục tiêu trong ngày.</a:t>
            </a:r>
          </a:p>
        </p:txBody>
      </p:sp>
      <p:sp>
        <p:nvSpPr>
          <p:cNvPr id="13" name="">
            <a:extLst xmlns:a="http://schemas.openxmlformats.org/drawingml/2006/main">
              <a:ext uri="{FF2B5EF4-FFF2-40B4-BE49-F238E27FC236}">
                <a16:creationId xmlns:a16="http://schemas.microsoft.com/office/drawing/2014/main" id="{AD635E26-7DE6-4DE3-99D0-5CC6772F1CF5}"/>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Tổng quan và thống kê</a:t>
            </a:r>
          </a:p>
        </p:txBody>
      </p:sp>
      <p:sp>
        <p:nvSpPr>
          <p:cNvPr id="14" name="">
            <a:extLst xmlns:a="http://schemas.openxmlformats.org/drawingml/2006/main">
              <a:ext uri="{FF2B5EF4-FFF2-40B4-BE49-F238E27FC236}">
                <a16:creationId xmlns:a16="http://schemas.microsoft.com/office/drawing/2014/main" id="{52BBF977-A3BA-4FDF-89FA-9E17D0DDDF90}"/>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Dữ liệu mới nhất, cữ kế tiếp, biểu đồ 7 hoặc 30 ngày.</a:t>
            </a:r>
          </a:p>
        </p:txBody>
      </p:sp>
      <p:sp>
        <p:nvSpPr>
          <p:cNvPr id="15" name="">
            <a:extLst xmlns:a="http://schemas.openxmlformats.org/drawingml/2006/main">
              <a:ext uri="{FF2B5EF4-FFF2-40B4-BE49-F238E27FC236}">
                <a16:creationId xmlns:a16="http://schemas.microsoft.com/office/drawing/2014/main" id="{A0CCC6C4-4BFB-44B1-B127-6F9757944DFF}"/>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Điều kiện nhắc nhở</a:t>
            </a:r>
          </a:p>
        </p:txBody>
      </p:sp>
      <p:sp>
        <p:nvSpPr>
          <p:cNvPr id="16" name="">
            <a:extLst xmlns:a="http://schemas.openxmlformats.org/drawingml/2006/main">
              <a:ext uri="{FF2B5EF4-FFF2-40B4-BE49-F238E27FC236}">
                <a16:creationId xmlns:a16="http://schemas.microsoft.com/office/drawing/2014/main" id="{B4FFF9E1-5746-4629-AA89-68542AB55EA0}"/>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Phụ thuộc quyền thông báo và báo thức Android. Ghi nhận dữ liệu vẫn hoạt động khi tắt thông báo.</a:t>
            </a:r>
          </a:p>
        </p:txBody>
      </p:sp>
    </p:spTree>
    <p:extLst>
      <p:ext uri="{BB962C8B-B14F-4D97-AF65-F5344CB8AC3E}">
        <p14:creationId xmlns:p14="http://schemas.microsoft.com/office/powerpoint/2010/main" val="2013503216"/>
      </p:ext>
    </p:extLst>
  </p:cSld>
</p:sld>
</file>

<file path=ppt/slides/slide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B8E8EB-3B15-4429-A674-E8704B0CB2A8}"/>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1.2  SƠ ĐỒ CHỨC NĂNG</a:t>
            </a:r>
          </a:p>
        </p:txBody>
      </p:sp>
      <p:sp>
        <p:nvSpPr>
          <p:cNvPr id="2" name="">
            <a:extLst xmlns:a="http://schemas.openxmlformats.org/drawingml/2006/main">
              <a:ext uri="{FF2B5EF4-FFF2-40B4-BE49-F238E27FC236}">
                <a16:creationId xmlns:a16="http://schemas.microsoft.com/office/drawing/2014/main" id="{B498B765-95E5-49CC-B851-AC1C5C9F13C3}"/>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ca sử dụng tổng quát</a:t>
            </a:r>
          </a:p>
        </p:txBody>
      </p:sp>
      <p:sp>
        <p:nvSpPr>
          <p:cNvPr id="3" name="">
            <a:extLst xmlns:a="http://schemas.openxmlformats.org/drawingml/2006/main">
              <a:ext uri="{FF2B5EF4-FFF2-40B4-BE49-F238E27FC236}">
                <a16:creationId xmlns:a16="http://schemas.microsoft.com/office/drawing/2014/main" id="{2CC94D3A-C0A2-45F1-AF32-56432702FC3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F3611DC-D872-414F-85F4-345785412FF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290E6947-D8A6-4676-91FD-949F12597B18}"/>
              </a:ext>
            </a:extLst>
          </p:cNvPr>
          <p:cNvPicPr>
            <a:picLocks xmlns:a="http://schemas.openxmlformats.org/drawingml/2006/main" noChangeAspect="1"/>
          </p:cNvPicPr>
          <p:nvPr/>
        </p:nvPicPr>
        <p:blipFill>
          <a:blip xmlns:r="http://schemas.openxmlformats.org/officeDocument/2006/relationships" xmlns:a="http://schemas.openxmlformats.org/drawingml/2006/main" r:embed="Rf356413e122e46e3"/>
          <a:stretch xmlns:a="http://schemas.openxmlformats.org/drawingml/2006/main"/>
        </p:blipFill>
        <p:spPr>
          <a:xfrm xmlns:a="http://schemas.openxmlformats.org/drawingml/2006/main">
            <a:off x="1125898" y="1381125"/>
            <a:ext cx="4968153"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7C1E1F8-D7ED-4CE9-9751-44D0CBFA344E}"/>
              </a:ext>
            </a:extLst>
          </p:cNvPr>
          <p:cNvSpPr>
            <a:spLocks xmlns:a="http://schemas.openxmlformats.org/drawingml/2006/main" noGrp="1"/>
          </p:cNvSpPr>
          <p:nvPr/>
        </p:nvSpPr>
        <p:spPr>
          <a:xfrm xmlns:a="http://schemas.openxmlformats.org/drawingml/2006/main">
            <a:off x="7191375" y="1666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13 ca sử dụng</a:t>
            </a:r>
          </a:p>
        </p:txBody>
      </p:sp>
      <p:sp>
        <p:nvSpPr>
          <p:cNvPr id="7" name="">
            <a:extLst xmlns:a="http://schemas.openxmlformats.org/drawingml/2006/main">
              <a:ext uri="{FF2B5EF4-FFF2-40B4-BE49-F238E27FC236}">
                <a16:creationId xmlns:a16="http://schemas.microsoft.com/office/drawing/2014/main" id="{4F9CAD16-D0C6-4F2A-A51C-C531C26F5CE1}"/>
              </a:ext>
            </a:extLst>
          </p:cNvPr>
          <p:cNvSpPr>
            <a:spLocks xmlns:a="http://schemas.openxmlformats.org/drawingml/2006/main" noGrp="1"/>
          </p:cNvSpPr>
          <p:nvPr/>
        </p:nvSpPr>
        <p:spPr>
          <a:xfrm xmlns:a="http://schemas.openxmlformats.org/drawingml/2006/main">
            <a:off x="7191375" y="2381250"/>
            <a:ext cx="428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Người dùng là tác nhân nghiệp vụ chính. Android hỗ trợ báo thức và thông báo.</a:t>
            </a:r>
          </a:p>
        </p:txBody>
      </p:sp>
      <p:sp>
        <p:nvSpPr>
          <p:cNvPr id="8" name="">
            <a:extLst xmlns:a="http://schemas.openxmlformats.org/drawingml/2006/main">
              <a:ext uri="{FF2B5EF4-FFF2-40B4-BE49-F238E27FC236}">
                <a16:creationId xmlns:a16="http://schemas.microsoft.com/office/drawing/2014/main" id="{286C5F6A-30E0-4BD2-9EEF-E434DCC29F47}"/>
              </a:ext>
            </a:extLst>
          </p:cNvPr>
          <p:cNvSpPr>
            <a:spLocks xmlns:a="http://schemas.openxmlformats.org/drawingml/2006/main" noGrp="1"/>
          </p:cNvSpPr>
          <p:nvPr/>
        </p:nvSpPr>
        <p:spPr>
          <a:xfrm xmlns:a="http://schemas.openxmlformats.org/drawingml/2006/main">
            <a:off x="7191375" y="400050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Các nghiệp vụ yêu cầu phiên đăng nhập hợp lệ, trừ đăng ký và đăng nhập.</a:t>
            </a:r>
          </a:p>
        </p:txBody>
      </p:sp>
      <p:sp>
        <p:nvSpPr>
          <p:cNvPr id="9" name="">
            <a:extLst xmlns:a="http://schemas.openxmlformats.org/drawingml/2006/main">
              <a:ext uri="{FF2B5EF4-FFF2-40B4-BE49-F238E27FC236}">
                <a16:creationId xmlns:a16="http://schemas.microsoft.com/office/drawing/2014/main" id="{A9C00F17-AFE4-447B-9372-B964F33EBEEF}"/>
              </a:ext>
            </a:extLst>
          </p:cNvPr>
          <p:cNvSpPr>
            <a:spLocks xmlns:a="http://schemas.openxmlformats.org/drawingml/2006/main" noGrp="1"/>
          </p:cNvSpPr>
          <p:nvPr/>
        </p:nvSpPr>
        <p:spPr>
          <a:xfrm xmlns:a="http://schemas.openxmlformats.org/drawingml/2006/main">
            <a:off x="7191375" y="5429250"/>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Sơ đồ gộp thao tác thêm, sửa, xóa và lịch sử theo từng nhóm chức năng.</a:t>
            </a:r>
          </a:p>
        </p:txBody>
      </p:sp>
    </p:spTree>
    <p:extLst>
      <p:ext uri="{BB962C8B-B14F-4D97-AF65-F5344CB8AC3E}">
        <p14:creationId xmlns:p14="http://schemas.microsoft.com/office/powerpoint/2010/main" val="662687928"/>
      </p:ext>
    </p:extLst>
  </p:cSld>
</p:sld>
</file>

<file path=ppt/slides/slide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89B2189-5153-447D-9E92-2F4AA232F07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
            <a:extLst xmlns:a="http://schemas.openxmlformats.org/drawingml/2006/main">
              <a:ext uri="{FF2B5EF4-FFF2-40B4-BE49-F238E27FC236}">
                <a16:creationId xmlns:a16="http://schemas.microsoft.com/office/drawing/2014/main" id="{52BB6518-4D5B-4FA5-BCAC-AF084211CEC6}"/>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
            <a:extLst xmlns:a="http://schemas.openxmlformats.org/drawingml/2006/main">
              <a:ext uri="{FF2B5EF4-FFF2-40B4-BE49-F238E27FC236}">
                <a16:creationId xmlns:a16="http://schemas.microsoft.com/office/drawing/2014/main" id="{7B30E2EF-042B-4C9E-ACCB-145F2DFD39D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48B4114A-2E12-4E71-B91A-4850ED4F699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63D372A-0EB7-455A-B182-D4DEA922C9F2}"/>
              </a:ext>
            </a:extLst>
          </p:cNvPr>
          <p:cNvSpPr>
            <a:spLocks xmlns:a="http://schemas.openxmlformats.org/drawingml/2006/main" noGrp="1"/>
          </p:cNvSpPr>
          <p:nvPr/>
        </p:nvSpPr>
        <p:spPr>
          <a:xfrm xmlns:a="http://schemas.openxmlformats.org/drawingml/2006/main">
            <a:off x="514350" y="12001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
            <a:extLst xmlns:a="http://schemas.openxmlformats.org/drawingml/2006/main">
              <a:ext uri="{FF2B5EF4-FFF2-40B4-BE49-F238E27FC236}">
                <a16:creationId xmlns:a16="http://schemas.microsoft.com/office/drawing/2014/main" id="{0FC4A44D-ACE1-4C52-8774-59B60FD097DB}"/>
              </a:ext>
            </a:extLst>
          </p:cNvPr>
          <p:cNvPicPr>
            <a:picLocks xmlns:a="http://schemas.openxmlformats.org/drawingml/2006/main" noChangeAspect="1"/>
          </p:cNvPicPr>
          <p:nvPr/>
        </p:nvPicPr>
        <p:blipFill>
          <a:blip xmlns:r="http://schemas.openxmlformats.org/officeDocument/2006/relationships" xmlns:a="http://schemas.openxmlformats.org/drawingml/2006/main" r:embed="R2dd9c181f5c74f9f"/>
          <a:stretch xmlns:a="http://schemas.openxmlformats.org/drawingml/2006/main"/>
        </p:blipFill>
        <p:spPr>
          <a:xfrm xmlns:a="http://schemas.openxmlformats.org/drawingml/2006/main">
            <a:off x="963216" y="1762125"/>
            <a:ext cx="19073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5250C4C-F738-4CE4-8823-400A9686C853}"/>
              </a:ext>
            </a:extLst>
          </p:cNvPr>
          <p:cNvSpPr>
            <a:spLocks xmlns:a="http://schemas.openxmlformats.org/drawingml/2006/main" noGrp="1"/>
          </p:cNvSpPr>
          <p:nvPr/>
        </p:nvSpPr>
        <p:spPr>
          <a:xfrm xmlns:a="http://schemas.openxmlformats.org/drawingml/2006/main">
            <a:off x="533400"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
            <a:extLst xmlns:a="http://schemas.openxmlformats.org/drawingml/2006/main">
              <a:ext uri="{FF2B5EF4-FFF2-40B4-BE49-F238E27FC236}">
                <a16:creationId xmlns:a16="http://schemas.microsoft.com/office/drawing/2014/main" id="{BC4944F5-9923-4209-8A7A-97CED4433591}"/>
              </a:ext>
            </a:extLst>
          </p:cNvPr>
          <p:cNvPicPr>
            <a:picLocks xmlns:a="http://schemas.openxmlformats.org/drawingml/2006/main" noChangeAspect="1"/>
          </p:cNvPicPr>
          <p:nvPr/>
        </p:nvPicPr>
        <p:blipFill>
          <a:blip xmlns:r="http://schemas.openxmlformats.org/officeDocument/2006/relationships" xmlns:a="http://schemas.openxmlformats.org/drawingml/2006/main" r:embed="R04c303c3db6849f0"/>
          <a:stretch xmlns:a="http://schemas.openxmlformats.org/drawingml/2006/main"/>
        </p:blipFill>
        <p:spPr>
          <a:xfrm xmlns:a="http://schemas.openxmlformats.org/drawingml/2006/main">
            <a:off x="3749278" y="1762125"/>
            <a:ext cx="1907381" cy="4238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3E9E711-6DD8-4394-A686-8512A61F690B}"/>
              </a:ext>
            </a:extLst>
          </p:cNvPr>
          <p:cNvSpPr>
            <a:spLocks xmlns:a="http://schemas.openxmlformats.org/drawingml/2006/main" noGrp="1"/>
          </p:cNvSpPr>
          <p:nvPr/>
        </p:nvSpPr>
        <p:spPr>
          <a:xfrm xmlns:a="http://schemas.openxmlformats.org/drawingml/2006/main">
            <a:off x="3319463"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
            <a:extLst xmlns:a="http://schemas.openxmlformats.org/drawingml/2006/main">
              <a:ext uri="{FF2B5EF4-FFF2-40B4-BE49-F238E27FC236}">
                <a16:creationId xmlns:a16="http://schemas.microsoft.com/office/drawing/2014/main" id="{C6620963-3C83-400F-85A8-9256C1FB5C35}"/>
              </a:ext>
            </a:extLst>
          </p:cNvPr>
          <p:cNvPicPr>
            <a:picLocks xmlns:a="http://schemas.openxmlformats.org/drawingml/2006/main" noChangeAspect="1"/>
          </p:cNvPicPr>
          <p:nvPr/>
        </p:nvPicPr>
        <p:blipFill>
          <a:blip xmlns:r="http://schemas.openxmlformats.org/officeDocument/2006/relationships" xmlns:a="http://schemas.openxmlformats.org/drawingml/2006/main" r:embed="Re205924e6c37441b"/>
          <a:stretch xmlns:a="http://schemas.openxmlformats.org/drawingml/2006/main"/>
        </p:blipFill>
        <p:spPr>
          <a:xfrm xmlns:a="http://schemas.openxmlformats.org/drawingml/2006/main">
            <a:off x="6535341" y="1762125"/>
            <a:ext cx="1907381"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E43E2DE-E317-4BE3-B173-53702936BE55}"/>
              </a:ext>
            </a:extLst>
          </p:cNvPr>
          <p:cNvSpPr>
            <a:spLocks xmlns:a="http://schemas.openxmlformats.org/drawingml/2006/main" noGrp="1"/>
          </p:cNvSpPr>
          <p:nvPr/>
        </p:nvSpPr>
        <p:spPr>
          <a:xfrm xmlns:a="http://schemas.openxmlformats.org/drawingml/2006/main">
            <a:off x="6105525"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
            <a:extLst xmlns:a="http://schemas.openxmlformats.org/drawingml/2006/main">
              <a:ext uri="{FF2B5EF4-FFF2-40B4-BE49-F238E27FC236}">
                <a16:creationId xmlns:a16="http://schemas.microsoft.com/office/drawing/2014/main" id="{2CF30263-58C7-424F-87E1-38ACDE930EB2}"/>
              </a:ext>
            </a:extLst>
          </p:cNvPr>
          <p:cNvPicPr>
            <a:picLocks xmlns:a="http://schemas.openxmlformats.org/drawingml/2006/main" noChangeAspect="1"/>
          </p:cNvPicPr>
          <p:nvPr/>
        </p:nvPicPr>
        <p:blipFill>
          <a:blip xmlns:r="http://schemas.openxmlformats.org/officeDocument/2006/relationships" xmlns:a="http://schemas.openxmlformats.org/drawingml/2006/main" r:embed="Rf56f83726ea3448c"/>
          <a:stretch xmlns:a="http://schemas.openxmlformats.org/drawingml/2006/main"/>
        </p:blipFill>
        <p:spPr>
          <a:xfrm xmlns:a="http://schemas.openxmlformats.org/drawingml/2006/main">
            <a:off x="9321403" y="1762125"/>
            <a:ext cx="1907381" cy="4238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B7390B8-1EE9-4790-A418-E0D5F3D19A55}"/>
              </a:ext>
            </a:extLst>
          </p:cNvPr>
          <p:cNvSpPr>
            <a:spLocks xmlns:a="http://schemas.openxmlformats.org/drawingml/2006/main" noGrp="1"/>
          </p:cNvSpPr>
          <p:nvPr/>
        </p:nvSpPr>
        <p:spPr>
          <a:xfrm xmlns:a="http://schemas.openxmlformats.org/drawingml/2006/main">
            <a:off x="8891588"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1210884654"/>
      </p:ext>
    </p:extLst>
  </p:cSld>
</p:sld>
</file>

<file path=ppt/slides/slide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5EA612-604D-4070-965D-6F9A1C874777}"/>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
            <a:extLst xmlns:a="http://schemas.openxmlformats.org/drawingml/2006/main">
              <a:ext uri="{FF2B5EF4-FFF2-40B4-BE49-F238E27FC236}">
                <a16:creationId xmlns:a16="http://schemas.microsoft.com/office/drawing/2014/main" id="{7015A022-E69C-47DC-A773-1C1D47ADEA0C}"/>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
            <a:extLst xmlns:a="http://schemas.openxmlformats.org/drawingml/2006/main">
              <a:ext uri="{FF2B5EF4-FFF2-40B4-BE49-F238E27FC236}">
                <a16:creationId xmlns:a16="http://schemas.microsoft.com/office/drawing/2014/main" id="{FB7A434D-313D-422A-B30F-215AA394E2E6}"/>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2C62713-297F-4B48-950B-3FE4EB049C32}"/>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E2EAC0E-4957-488F-A1B4-B7F428CC2BEE}"/>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
            <a:extLst xmlns:a="http://schemas.openxmlformats.org/drawingml/2006/main">
              <a:ext uri="{FF2B5EF4-FFF2-40B4-BE49-F238E27FC236}">
                <a16:creationId xmlns:a16="http://schemas.microsoft.com/office/drawing/2014/main" id="{3300FD18-11D6-4291-9377-BE0A80D36292}"/>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
            <a:extLst xmlns:a="http://schemas.openxmlformats.org/drawingml/2006/main">
              <a:ext uri="{FF2B5EF4-FFF2-40B4-BE49-F238E27FC236}">
                <a16:creationId xmlns:a16="http://schemas.microsoft.com/office/drawing/2014/main" id="{7D374737-AF9D-4548-A54B-644CCCE30518}"/>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
            <a:extLst xmlns:a="http://schemas.openxmlformats.org/drawingml/2006/main">
              <a:ext uri="{FF2B5EF4-FFF2-40B4-BE49-F238E27FC236}">
                <a16:creationId xmlns:a16="http://schemas.microsoft.com/office/drawing/2014/main" id="{E12DE3A0-4431-4BF2-8777-8EF919BCAA85}"/>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
            <a:extLst xmlns:a="http://schemas.openxmlformats.org/drawingml/2006/main">
              <a:ext uri="{FF2B5EF4-FFF2-40B4-BE49-F238E27FC236}">
                <a16:creationId xmlns:a16="http://schemas.microsoft.com/office/drawing/2014/main" id="{B3FE0FBF-F0B9-4B76-A6DC-C93849D5A3C7}"/>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
            <a:extLst xmlns:a="http://schemas.openxmlformats.org/drawingml/2006/main">
              <a:ext uri="{FF2B5EF4-FFF2-40B4-BE49-F238E27FC236}">
                <a16:creationId xmlns:a16="http://schemas.microsoft.com/office/drawing/2014/main" id="{A0186249-FC86-471E-8166-AFC32917638B}"/>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
            <a:extLst xmlns:a="http://schemas.openxmlformats.org/drawingml/2006/main">
              <a:ext uri="{FF2B5EF4-FFF2-40B4-BE49-F238E27FC236}">
                <a16:creationId xmlns:a16="http://schemas.microsoft.com/office/drawing/2014/main" id="{FB6ED776-F518-41D6-A495-0261E632C79F}"/>
              </a:ext>
            </a:extLst>
          </p:cNvPr>
          <p:cNvPicPr>
            <a:picLocks xmlns:a="http://schemas.openxmlformats.org/drawingml/2006/main" noChangeAspect="1"/>
          </p:cNvPicPr>
          <p:nvPr/>
        </p:nvPicPr>
        <p:blipFill>
          <a:blip xmlns:r="http://schemas.openxmlformats.org/officeDocument/2006/relationships" xmlns:a="http://schemas.openxmlformats.org/drawingml/2006/main" r:embed="R009a1789b3fa4835"/>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00A2F5A-0B93-4E9E-8765-41AFADC293DB}"/>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
            <a:extLst xmlns:a="http://schemas.openxmlformats.org/drawingml/2006/main">
              <a:ext uri="{FF2B5EF4-FFF2-40B4-BE49-F238E27FC236}">
                <a16:creationId xmlns:a16="http://schemas.microsoft.com/office/drawing/2014/main" id="{B3B8FA6E-C0C1-4F18-940F-3D53DF36D48B}"/>
              </a:ext>
            </a:extLst>
          </p:cNvPr>
          <p:cNvPicPr>
            <a:picLocks xmlns:a="http://schemas.openxmlformats.org/drawingml/2006/main" noChangeAspect="1"/>
          </p:cNvPicPr>
          <p:nvPr/>
        </p:nvPicPr>
        <p:blipFill>
          <a:blip xmlns:r="http://schemas.openxmlformats.org/officeDocument/2006/relationships" xmlns:a="http://schemas.openxmlformats.org/drawingml/2006/main" r:embed="R8ffebd39348d4ce9"/>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34D8A9A-B9DD-4BE3-BC9B-2094B76736A9}"/>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
            <a:extLst xmlns:a="http://schemas.openxmlformats.org/drawingml/2006/main">
              <a:ext uri="{FF2B5EF4-FFF2-40B4-BE49-F238E27FC236}">
                <a16:creationId xmlns:a16="http://schemas.microsoft.com/office/drawing/2014/main" id="{A29FC143-7A8A-49BE-8437-75EE4986782E}"/>
              </a:ext>
            </a:extLst>
          </p:cNvPr>
          <p:cNvPicPr>
            <a:picLocks xmlns:a="http://schemas.openxmlformats.org/drawingml/2006/main" noChangeAspect="1"/>
          </p:cNvPicPr>
          <p:nvPr/>
        </p:nvPicPr>
        <p:blipFill>
          <a:blip xmlns:r="http://schemas.openxmlformats.org/officeDocument/2006/relationships" xmlns:a="http://schemas.openxmlformats.org/drawingml/2006/main" r:embed="R9891bd9f83b44e45"/>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816BA1F-6E03-4BB8-932F-34ACEA73B38B}"/>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549131935"/>
      </p:ext>
    </p:extLst>
  </p:cSld>
</p:sld>
</file>

<file path=ppt/slides/slide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EC2332A-2115-4C05-B7DF-7EC6A2022EE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
            <a:extLst xmlns:a="http://schemas.openxmlformats.org/drawingml/2006/main">
              <a:ext uri="{FF2B5EF4-FFF2-40B4-BE49-F238E27FC236}">
                <a16:creationId xmlns:a16="http://schemas.microsoft.com/office/drawing/2014/main" id="{4E401A7D-9D50-43AF-9A7C-47497CD731E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
            <a:extLst xmlns:a="http://schemas.openxmlformats.org/drawingml/2006/main">
              <a:ext uri="{FF2B5EF4-FFF2-40B4-BE49-F238E27FC236}">
                <a16:creationId xmlns:a16="http://schemas.microsoft.com/office/drawing/2014/main" id="{33780BAE-3667-411B-B273-4E81F73D8171}"/>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1C754439-1586-46DF-8856-ACCC8F52693D}"/>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4BE66CD-E25C-4EBD-B368-11CD53B89489}"/>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
            <a:extLst xmlns:a="http://schemas.openxmlformats.org/drawingml/2006/main">
              <a:ext uri="{FF2B5EF4-FFF2-40B4-BE49-F238E27FC236}">
                <a16:creationId xmlns:a16="http://schemas.microsoft.com/office/drawing/2014/main" id="{8AB59FC7-0E96-4F05-B7BB-DDEA811D7884}"/>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hợp chỉ số gần nhất, cữ thuốc kế tiếp và tiến độ nước.</a:t>
            </a:r>
          </a:p>
        </p:txBody>
      </p:sp>
      <p:sp>
        <p:nvSpPr>
          <p:cNvPr id="7" name="">
            <a:extLst xmlns:a="http://schemas.openxmlformats.org/drawingml/2006/main">
              <a:ext uri="{FF2B5EF4-FFF2-40B4-BE49-F238E27FC236}">
                <a16:creationId xmlns:a16="http://schemas.microsoft.com/office/drawing/2014/main" id="{882D3D22-88D5-46D9-B45D-C8ADB0F13293}"/>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
            <a:extLst xmlns:a="http://schemas.openxmlformats.org/drawingml/2006/main">
              <a:ext uri="{FF2B5EF4-FFF2-40B4-BE49-F238E27FC236}">
                <a16:creationId xmlns:a16="http://schemas.microsoft.com/office/drawing/2014/main" id="{1DDB018E-9279-4E37-950C-4A4DD93BB844}"/>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thông tin cá nhân, mở BMI và thiết lập nước.</a:t>
            </a:r>
          </a:p>
        </p:txBody>
      </p:sp>
      <p:sp>
        <p:nvSpPr>
          <p:cNvPr id="9" name="">
            <a:extLst xmlns:a="http://schemas.openxmlformats.org/drawingml/2006/main">
              <a:ext uri="{FF2B5EF4-FFF2-40B4-BE49-F238E27FC236}">
                <a16:creationId xmlns:a16="http://schemas.microsoft.com/office/drawing/2014/main" id="{CAE23E76-C137-4DFC-AC51-EE6A5C7DFD18}"/>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
            <a:extLst xmlns:a="http://schemas.openxmlformats.org/drawingml/2006/main">
              <a:ext uri="{FF2B5EF4-FFF2-40B4-BE49-F238E27FC236}">
                <a16:creationId xmlns:a16="http://schemas.microsoft.com/office/drawing/2014/main" id="{FBA6D992-FB52-44B1-A4C3-F171C2FF105B}"/>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Cập nhật hồ sơ. Các biểu mẫu cảnh báo khi rời đi mà chưa lưu.</a:t>
            </a:r>
          </a:p>
        </p:txBody>
      </p:sp>
      <p:pic>
        <p:nvPicPr>
          <p:cNvPr id="11" name="">
            <a:extLst xmlns:a="http://schemas.openxmlformats.org/drawingml/2006/main">
              <a:ext uri="{FF2B5EF4-FFF2-40B4-BE49-F238E27FC236}">
                <a16:creationId xmlns:a16="http://schemas.microsoft.com/office/drawing/2014/main" id="{EA13823B-CF5E-45A1-BDF9-35F9602DD633}"/>
              </a:ext>
            </a:extLst>
          </p:cNvPr>
          <p:cNvPicPr>
            <a:picLocks xmlns:a="http://schemas.openxmlformats.org/drawingml/2006/main" noChangeAspect="1"/>
          </p:cNvPicPr>
          <p:nvPr/>
        </p:nvPicPr>
        <p:blipFill>
          <a:blip xmlns:r="http://schemas.openxmlformats.org/officeDocument/2006/relationships" xmlns:a="http://schemas.openxmlformats.org/drawingml/2006/main" r:embed="R4fbd81f903594f22"/>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6D1CB18-0B1C-4E3D-A10A-850B20567DF6}"/>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3" name="">
            <a:extLst xmlns:a="http://schemas.openxmlformats.org/drawingml/2006/main">
              <a:ext uri="{FF2B5EF4-FFF2-40B4-BE49-F238E27FC236}">
                <a16:creationId xmlns:a16="http://schemas.microsoft.com/office/drawing/2014/main" id="{A96CA1A1-6E1D-4C00-8DF5-B209123FFA72}"/>
              </a:ext>
            </a:extLst>
          </p:cNvPr>
          <p:cNvPicPr>
            <a:picLocks xmlns:a="http://schemas.openxmlformats.org/drawingml/2006/main" noChangeAspect="1"/>
          </p:cNvPicPr>
          <p:nvPr/>
        </p:nvPicPr>
        <p:blipFill>
          <a:blip xmlns:r="http://schemas.openxmlformats.org/officeDocument/2006/relationships" xmlns:a="http://schemas.openxmlformats.org/drawingml/2006/main" r:embed="R554f27af00dd4927"/>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5391E00-16B4-4779-B07B-607CDCE65373}"/>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5" name="">
            <a:extLst xmlns:a="http://schemas.openxmlformats.org/drawingml/2006/main">
              <a:ext uri="{FF2B5EF4-FFF2-40B4-BE49-F238E27FC236}">
                <a16:creationId xmlns:a16="http://schemas.microsoft.com/office/drawing/2014/main" id="{AEA9B15F-93F7-4657-818D-95295ACA1E68}"/>
              </a:ext>
            </a:extLst>
          </p:cNvPr>
          <p:cNvPicPr>
            <a:picLocks xmlns:a="http://schemas.openxmlformats.org/drawingml/2006/main" noChangeAspect="1"/>
          </p:cNvPicPr>
          <p:nvPr/>
        </p:nvPicPr>
        <p:blipFill>
          <a:blip xmlns:r="http://schemas.openxmlformats.org/officeDocument/2006/relationships" xmlns:a="http://schemas.openxmlformats.org/drawingml/2006/main" r:embed="R61c1f2ead9b941e8"/>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5B5D3F6-38AB-4201-A2EE-DB86A3547B70}"/>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449515236"/>
      </p:ext>
    </p:extLst>
  </p:cSld>
</p:sld>
</file>

<file path=ppt/slides/slide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D83973C-9B24-45AE-9CC0-171A6D93CE1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
            <a:extLst xmlns:a="http://schemas.openxmlformats.org/drawingml/2006/main">
              <a:ext uri="{FF2B5EF4-FFF2-40B4-BE49-F238E27FC236}">
                <a16:creationId xmlns:a16="http://schemas.microsoft.com/office/drawing/2014/main" id="{75B7078B-E9B4-4186-B8D6-A429A02BE12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
            <a:extLst xmlns:a="http://schemas.openxmlformats.org/drawingml/2006/main">
              <a:ext uri="{FF2B5EF4-FFF2-40B4-BE49-F238E27FC236}">
                <a16:creationId xmlns:a16="http://schemas.microsoft.com/office/drawing/2014/main" id="{B988F933-428E-4718-8707-5BA8FD0DCD6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335DB3AA-65C5-4A0A-BCED-AD4509BCE3B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6CCC19EF-2F49-404F-82DF-5E5DC83BD016}"/>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
            <a:extLst xmlns:a="http://schemas.openxmlformats.org/drawingml/2006/main">
              <a:ext uri="{FF2B5EF4-FFF2-40B4-BE49-F238E27FC236}">
                <a16:creationId xmlns:a16="http://schemas.microsoft.com/office/drawing/2014/main" id="{09E377C4-2DA6-4A09-9F38-8BA2E8CEE085}"/>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
            <a:extLst xmlns:a="http://schemas.openxmlformats.org/drawingml/2006/main">
              <a:ext uri="{FF2B5EF4-FFF2-40B4-BE49-F238E27FC236}">
                <a16:creationId xmlns:a16="http://schemas.microsoft.com/office/drawing/2014/main" id="{873A0E6C-C992-4D92-B3EE-F9AE94E31815}"/>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
            <a:extLst xmlns:a="http://schemas.openxmlformats.org/drawingml/2006/main">
              <a:ext uri="{FF2B5EF4-FFF2-40B4-BE49-F238E27FC236}">
                <a16:creationId xmlns:a16="http://schemas.microsoft.com/office/drawing/2014/main" id="{DA7A1DF5-95BA-4232-B392-CB65C623DF5F}"/>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
            <a:extLst xmlns:a="http://schemas.openxmlformats.org/drawingml/2006/main">
              <a:ext uri="{FF2B5EF4-FFF2-40B4-BE49-F238E27FC236}">
                <a16:creationId xmlns:a16="http://schemas.microsoft.com/office/drawing/2014/main" id="{CA78C898-C5C0-4288-AD9C-3498301E85A4}"/>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
            <a:extLst xmlns:a="http://schemas.openxmlformats.org/drawingml/2006/main">
              <a:ext uri="{FF2B5EF4-FFF2-40B4-BE49-F238E27FC236}">
                <a16:creationId xmlns:a16="http://schemas.microsoft.com/office/drawing/2014/main" id="{B1490525-BA11-4E9B-A5EB-67B5B19F86D0}"/>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
            <a:extLst xmlns:a="http://schemas.openxmlformats.org/drawingml/2006/main">
              <a:ext uri="{FF2B5EF4-FFF2-40B4-BE49-F238E27FC236}">
                <a16:creationId xmlns:a16="http://schemas.microsoft.com/office/drawing/2014/main" id="{CD181D88-58C9-4316-9923-2576B2630772}"/>
              </a:ext>
            </a:extLst>
          </p:cNvPr>
          <p:cNvPicPr>
            <a:picLocks xmlns:a="http://schemas.openxmlformats.org/drawingml/2006/main" noChangeAspect="1"/>
          </p:cNvPicPr>
          <p:nvPr/>
        </p:nvPicPr>
        <p:blipFill>
          <a:blip xmlns:r="http://schemas.openxmlformats.org/officeDocument/2006/relationships" xmlns:a="http://schemas.openxmlformats.org/drawingml/2006/main" r:embed="Rf03878bb9d1843f9"/>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993EC76-A831-4E68-A150-CFF029097086}"/>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
            <a:extLst xmlns:a="http://schemas.openxmlformats.org/drawingml/2006/main">
              <a:ext uri="{FF2B5EF4-FFF2-40B4-BE49-F238E27FC236}">
                <a16:creationId xmlns:a16="http://schemas.microsoft.com/office/drawing/2014/main" id="{CE09CCE2-20C9-4DE3-8645-A566EA9EBE58}"/>
              </a:ext>
            </a:extLst>
          </p:cNvPr>
          <p:cNvPicPr>
            <a:picLocks xmlns:a="http://schemas.openxmlformats.org/drawingml/2006/main" noChangeAspect="1"/>
          </p:cNvPicPr>
          <p:nvPr/>
        </p:nvPicPr>
        <p:blipFill>
          <a:blip xmlns:r="http://schemas.openxmlformats.org/officeDocument/2006/relationships" xmlns:a="http://schemas.openxmlformats.org/drawingml/2006/main" r:embed="Rb6b4c69f28a345e8"/>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E58BB18-5E7D-4861-AE79-975F1F837390}"/>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
            <a:extLst xmlns:a="http://schemas.openxmlformats.org/drawingml/2006/main">
              <a:ext uri="{FF2B5EF4-FFF2-40B4-BE49-F238E27FC236}">
                <a16:creationId xmlns:a16="http://schemas.microsoft.com/office/drawing/2014/main" id="{9A204E31-8482-40A0-A730-D340B0A58242}"/>
              </a:ext>
            </a:extLst>
          </p:cNvPr>
          <p:cNvPicPr>
            <a:picLocks xmlns:a="http://schemas.openxmlformats.org/drawingml/2006/main" noChangeAspect="1"/>
          </p:cNvPicPr>
          <p:nvPr/>
        </p:nvPicPr>
        <p:blipFill>
          <a:blip xmlns:r="http://schemas.openxmlformats.org/officeDocument/2006/relationships" xmlns:a="http://schemas.openxmlformats.org/drawingml/2006/main" r:embed="R7f02d582bade43a7"/>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FA53BD9-8422-4614-8B5A-A0BC8027B667}"/>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533211211"/>
      </p:ext>
    </p:extLst>
  </p:cSld>
</p:sld>
</file>

<file path=ppt/slides/slide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B14727-40C6-4BFA-A9A4-48761E0E190A}"/>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
            <a:extLst xmlns:a="http://schemas.openxmlformats.org/drawingml/2006/main">
              <a:ext uri="{FF2B5EF4-FFF2-40B4-BE49-F238E27FC236}">
                <a16:creationId xmlns:a16="http://schemas.microsoft.com/office/drawing/2014/main" id="{9A38752C-1740-4586-A313-669E161E200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
            <a:extLst xmlns:a="http://schemas.openxmlformats.org/drawingml/2006/main">
              <a:ext uri="{FF2B5EF4-FFF2-40B4-BE49-F238E27FC236}">
                <a16:creationId xmlns:a16="http://schemas.microsoft.com/office/drawing/2014/main" id="{4D270295-A3B5-4C3E-A466-4952B3C6966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797CACF-3B01-42CF-B2E7-095CE2E2347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589CA62-8C49-418B-9D70-766C2231AD09}"/>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
            <a:extLst xmlns:a="http://schemas.openxmlformats.org/drawingml/2006/main">
              <a:ext uri="{FF2B5EF4-FFF2-40B4-BE49-F238E27FC236}">
                <a16:creationId xmlns:a16="http://schemas.microsoft.com/office/drawing/2014/main" id="{45E7395A-CD25-478C-A27B-09B38E4326A6}"/>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
            <a:extLst xmlns:a="http://schemas.openxmlformats.org/drawingml/2006/main">
              <a:ext uri="{FF2B5EF4-FFF2-40B4-BE49-F238E27FC236}">
                <a16:creationId xmlns:a16="http://schemas.microsoft.com/office/drawing/2014/main" id="{AEDFFA44-867C-4AAD-8CC2-A9A44D5A8B0A}"/>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
            <a:extLst xmlns:a="http://schemas.openxmlformats.org/drawingml/2006/main">
              <a:ext uri="{FF2B5EF4-FFF2-40B4-BE49-F238E27FC236}">
                <a16:creationId xmlns:a16="http://schemas.microsoft.com/office/drawing/2014/main" id="{9300C4F4-091B-4DC7-97E0-62EFD1850C4A}"/>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
            <a:extLst xmlns:a="http://schemas.openxmlformats.org/drawingml/2006/main">
              <a:ext uri="{FF2B5EF4-FFF2-40B4-BE49-F238E27FC236}">
                <a16:creationId xmlns:a16="http://schemas.microsoft.com/office/drawing/2014/main" id="{F152E42B-5733-479E-990A-B6E84D51AFBB}"/>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
            <a:extLst xmlns:a="http://schemas.openxmlformats.org/drawingml/2006/main">
              <a:ext uri="{FF2B5EF4-FFF2-40B4-BE49-F238E27FC236}">
                <a16:creationId xmlns:a16="http://schemas.microsoft.com/office/drawing/2014/main" id="{37A644AD-3161-49AC-88DF-EF07E742C902}"/>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
            <a:extLst xmlns:a="http://schemas.openxmlformats.org/drawingml/2006/main">
              <a:ext uri="{FF2B5EF4-FFF2-40B4-BE49-F238E27FC236}">
                <a16:creationId xmlns:a16="http://schemas.microsoft.com/office/drawing/2014/main" id="{7343C823-87A1-4156-85C3-5FD5051A04CA}"/>
              </a:ext>
            </a:extLst>
          </p:cNvPr>
          <p:cNvPicPr>
            <a:picLocks xmlns:a="http://schemas.openxmlformats.org/drawingml/2006/main" noChangeAspect="1"/>
          </p:cNvPicPr>
          <p:nvPr/>
        </p:nvPicPr>
        <p:blipFill>
          <a:blip xmlns:r="http://schemas.openxmlformats.org/officeDocument/2006/relationships" xmlns:a="http://schemas.openxmlformats.org/drawingml/2006/main" r:embed="R9be0d9eb7490464e"/>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46BFC07-AFDD-4787-879F-47FE4BD035D7}"/>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
            <a:extLst xmlns:a="http://schemas.openxmlformats.org/drawingml/2006/main">
              <a:ext uri="{FF2B5EF4-FFF2-40B4-BE49-F238E27FC236}">
                <a16:creationId xmlns:a16="http://schemas.microsoft.com/office/drawing/2014/main" id="{3427D0B0-FA28-4B1C-AC4A-02A267ABBA62}"/>
              </a:ext>
            </a:extLst>
          </p:cNvPr>
          <p:cNvPicPr>
            <a:picLocks xmlns:a="http://schemas.openxmlformats.org/drawingml/2006/main" noChangeAspect="1"/>
          </p:cNvPicPr>
          <p:nvPr/>
        </p:nvPicPr>
        <p:blipFill>
          <a:blip xmlns:r="http://schemas.openxmlformats.org/officeDocument/2006/relationships" xmlns:a="http://schemas.openxmlformats.org/drawingml/2006/main" r:embed="R76c7cd0ccf574b75"/>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6A448D7-E44E-47D1-8FCB-1D3FFF27B355}"/>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
            <a:extLst xmlns:a="http://schemas.openxmlformats.org/drawingml/2006/main">
              <a:ext uri="{FF2B5EF4-FFF2-40B4-BE49-F238E27FC236}">
                <a16:creationId xmlns:a16="http://schemas.microsoft.com/office/drawing/2014/main" id="{87D59376-7E4F-4746-B9D5-C1D322B086B3}"/>
              </a:ext>
            </a:extLst>
          </p:cNvPr>
          <p:cNvPicPr>
            <a:picLocks xmlns:a="http://schemas.openxmlformats.org/drawingml/2006/main" noChangeAspect="1"/>
          </p:cNvPicPr>
          <p:nvPr/>
        </p:nvPicPr>
        <p:blipFill>
          <a:blip xmlns:r="http://schemas.openxmlformats.org/officeDocument/2006/relationships" xmlns:a="http://schemas.openxmlformats.org/drawingml/2006/main" r:embed="R6b2eee2e18c84d7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3278598-014A-459E-8E85-5E7E0C0A01C7}"/>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738986065"/>
      </p:ext>
    </p:extLst>
  </p:cSld>
</p:sld>
</file>

<file path=ppt/slides/slide1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D17DB63-04DE-4523-87D2-F82F440EC8FA}"/>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
            <a:extLst xmlns:a="http://schemas.openxmlformats.org/drawingml/2006/main">
              <a:ext uri="{FF2B5EF4-FFF2-40B4-BE49-F238E27FC236}">
                <a16:creationId xmlns:a16="http://schemas.microsoft.com/office/drawing/2014/main" id="{5DD88C4E-4CF1-4487-9D8B-2B3796747774}"/>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
            <a:extLst xmlns:a="http://schemas.openxmlformats.org/drawingml/2006/main">
              <a:ext uri="{FF2B5EF4-FFF2-40B4-BE49-F238E27FC236}">
                <a16:creationId xmlns:a16="http://schemas.microsoft.com/office/drawing/2014/main" id="{F48EB708-B5D9-4951-B94D-8D879484DB66}"/>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70FB50A-DCC5-4E51-8F85-6946D8EB911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CCD6643-6113-4097-932C-C1569A6E02B5}"/>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
            <a:extLst xmlns:a="http://schemas.openxmlformats.org/drawingml/2006/main">
              <a:ext uri="{FF2B5EF4-FFF2-40B4-BE49-F238E27FC236}">
                <a16:creationId xmlns:a16="http://schemas.microsoft.com/office/drawing/2014/main" id="{2A2BA3C7-AAA7-4BFB-900F-C59B3060F24B}"/>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
            <a:extLst xmlns:a="http://schemas.openxmlformats.org/drawingml/2006/main">
              <a:ext uri="{FF2B5EF4-FFF2-40B4-BE49-F238E27FC236}">
                <a16:creationId xmlns:a16="http://schemas.microsoft.com/office/drawing/2014/main" id="{97AC8DA4-2E9D-42AC-85BA-F5B3DA21F894}"/>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
            <a:extLst xmlns:a="http://schemas.openxmlformats.org/drawingml/2006/main">
              <a:ext uri="{FF2B5EF4-FFF2-40B4-BE49-F238E27FC236}">
                <a16:creationId xmlns:a16="http://schemas.microsoft.com/office/drawing/2014/main" id="{C14866E0-F1AE-4E1D-AEF6-735359619290}"/>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
            <a:extLst xmlns:a="http://schemas.openxmlformats.org/drawingml/2006/main">
              <a:ext uri="{FF2B5EF4-FFF2-40B4-BE49-F238E27FC236}">
                <a16:creationId xmlns:a16="http://schemas.microsoft.com/office/drawing/2014/main" id="{62F4BDFA-321A-438C-AAF4-A93D711A2599}"/>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
            <a:extLst xmlns:a="http://schemas.openxmlformats.org/drawingml/2006/main">
              <a:ext uri="{FF2B5EF4-FFF2-40B4-BE49-F238E27FC236}">
                <a16:creationId xmlns:a16="http://schemas.microsoft.com/office/drawing/2014/main" id="{88BDD22C-1D3C-4DF3-96F9-CCC455F66FD4}"/>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
            <a:extLst xmlns:a="http://schemas.openxmlformats.org/drawingml/2006/main">
              <a:ext uri="{FF2B5EF4-FFF2-40B4-BE49-F238E27FC236}">
                <a16:creationId xmlns:a16="http://schemas.microsoft.com/office/drawing/2014/main" id="{F2CBD360-170D-4619-8CF7-7767566BC509}"/>
              </a:ext>
            </a:extLst>
          </p:cNvPr>
          <p:cNvPicPr>
            <a:picLocks xmlns:a="http://schemas.openxmlformats.org/drawingml/2006/main" noChangeAspect="1"/>
          </p:cNvPicPr>
          <p:nvPr/>
        </p:nvPicPr>
        <p:blipFill>
          <a:blip xmlns:r="http://schemas.openxmlformats.org/officeDocument/2006/relationships" xmlns:a="http://schemas.openxmlformats.org/drawingml/2006/main" r:embed="R8231f1ab80e54eea"/>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2270FDA-4E4D-4780-A0A6-EBEA1A10034C}"/>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
            <a:extLst xmlns:a="http://schemas.openxmlformats.org/drawingml/2006/main">
              <a:ext uri="{FF2B5EF4-FFF2-40B4-BE49-F238E27FC236}">
                <a16:creationId xmlns:a16="http://schemas.microsoft.com/office/drawing/2014/main" id="{F55E81E5-050D-4BA9-A789-27484EC4E9EA}"/>
              </a:ext>
            </a:extLst>
          </p:cNvPr>
          <p:cNvPicPr>
            <a:picLocks xmlns:a="http://schemas.openxmlformats.org/drawingml/2006/main" noChangeAspect="1"/>
          </p:cNvPicPr>
          <p:nvPr/>
        </p:nvPicPr>
        <p:blipFill>
          <a:blip xmlns:r="http://schemas.openxmlformats.org/officeDocument/2006/relationships" xmlns:a="http://schemas.openxmlformats.org/drawingml/2006/main" r:embed="R801252a369b04dd9"/>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95BD1AF-E1C8-490A-85E4-E25277D6AC3D}"/>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
            <a:extLst xmlns:a="http://schemas.openxmlformats.org/drawingml/2006/main">
              <a:ext uri="{FF2B5EF4-FFF2-40B4-BE49-F238E27FC236}">
                <a16:creationId xmlns:a16="http://schemas.microsoft.com/office/drawing/2014/main" id="{8C077C07-868D-4E6C-B480-5EA52A8B24A9}"/>
              </a:ext>
            </a:extLst>
          </p:cNvPr>
          <p:cNvPicPr>
            <a:picLocks xmlns:a="http://schemas.openxmlformats.org/drawingml/2006/main" noChangeAspect="1"/>
          </p:cNvPicPr>
          <p:nvPr/>
        </p:nvPicPr>
        <p:blipFill>
          <a:blip xmlns:r="http://schemas.openxmlformats.org/officeDocument/2006/relationships" xmlns:a="http://schemas.openxmlformats.org/drawingml/2006/main" r:embed="R08037a8999d0459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3EBE28F-648D-4D75-999E-FFA379D6EAB5}"/>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2053989778"/>
      </p:ext>
    </p:extLst>
  </p:cSld>
</p:sld>
</file>

<file path=ppt/slides/slide1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FFF1B3-21E0-40EC-8250-26DA9DF8E61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
            <a:extLst xmlns:a="http://schemas.openxmlformats.org/drawingml/2006/main">
              <a:ext uri="{FF2B5EF4-FFF2-40B4-BE49-F238E27FC236}">
                <a16:creationId xmlns:a16="http://schemas.microsoft.com/office/drawing/2014/main" id="{F40C2FD5-9B00-4850-879C-BF1B429F624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
            <a:extLst xmlns:a="http://schemas.openxmlformats.org/drawingml/2006/main">
              <a:ext uri="{FF2B5EF4-FFF2-40B4-BE49-F238E27FC236}">
                <a16:creationId xmlns:a16="http://schemas.microsoft.com/office/drawing/2014/main" id="{8D6AA3B4-4C0C-43F8-A821-ACC01FB3287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D1D4C3F9-902D-467B-A620-DD31A3164777}"/>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245106C-BA54-4EEB-A9DB-6E211BA1AE15}"/>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
            <a:extLst xmlns:a="http://schemas.openxmlformats.org/drawingml/2006/main">
              <a:ext uri="{FF2B5EF4-FFF2-40B4-BE49-F238E27FC236}">
                <a16:creationId xmlns:a16="http://schemas.microsoft.com/office/drawing/2014/main" id="{D39A7A80-E972-4BA1-ABFA-FDEC8FC5EA87}"/>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
            <a:extLst xmlns:a="http://schemas.openxmlformats.org/drawingml/2006/main">
              <a:ext uri="{FF2B5EF4-FFF2-40B4-BE49-F238E27FC236}">
                <a16:creationId xmlns:a16="http://schemas.microsoft.com/office/drawing/2014/main" id="{8BDB8687-4305-49D0-969C-FCF9AA35E27E}"/>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
            <a:extLst xmlns:a="http://schemas.openxmlformats.org/drawingml/2006/main">
              <a:ext uri="{FF2B5EF4-FFF2-40B4-BE49-F238E27FC236}">
                <a16:creationId xmlns:a16="http://schemas.microsoft.com/office/drawing/2014/main" id="{00A07269-F81A-47B1-9E18-7D93E771E76C}"/>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
            <a:extLst xmlns:a="http://schemas.openxmlformats.org/drawingml/2006/main">
              <a:ext uri="{FF2B5EF4-FFF2-40B4-BE49-F238E27FC236}">
                <a16:creationId xmlns:a16="http://schemas.microsoft.com/office/drawing/2014/main" id="{C9112177-92DE-40BD-87D2-9F3F6144EF97}"/>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
            <a:extLst xmlns:a="http://schemas.openxmlformats.org/drawingml/2006/main">
              <a:ext uri="{FF2B5EF4-FFF2-40B4-BE49-F238E27FC236}">
                <a16:creationId xmlns:a16="http://schemas.microsoft.com/office/drawing/2014/main" id="{7522F339-74FF-4D29-A182-116237DCB7AB}"/>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
            <a:extLst xmlns:a="http://schemas.openxmlformats.org/drawingml/2006/main">
              <a:ext uri="{FF2B5EF4-FFF2-40B4-BE49-F238E27FC236}">
                <a16:creationId xmlns:a16="http://schemas.microsoft.com/office/drawing/2014/main" id="{C0161193-6DC9-40A0-8857-A62451BC3411}"/>
              </a:ext>
            </a:extLst>
          </p:cNvPr>
          <p:cNvPicPr>
            <a:picLocks xmlns:a="http://schemas.openxmlformats.org/drawingml/2006/main" noChangeAspect="1"/>
          </p:cNvPicPr>
          <p:nvPr/>
        </p:nvPicPr>
        <p:blipFill>
          <a:blip xmlns:r="http://schemas.openxmlformats.org/officeDocument/2006/relationships" xmlns:a="http://schemas.openxmlformats.org/drawingml/2006/main" r:embed="R74c379981d4a41a3"/>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5D8CD7A-2EE8-4006-A0BF-6D8208FF13F4}"/>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
            <a:extLst xmlns:a="http://schemas.openxmlformats.org/drawingml/2006/main">
              <a:ext uri="{FF2B5EF4-FFF2-40B4-BE49-F238E27FC236}">
                <a16:creationId xmlns:a16="http://schemas.microsoft.com/office/drawing/2014/main" id="{FECE5CAD-3E98-4CB5-82D1-E274D25CFC21}"/>
              </a:ext>
            </a:extLst>
          </p:cNvPr>
          <p:cNvPicPr>
            <a:picLocks xmlns:a="http://schemas.openxmlformats.org/drawingml/2006/main" noChangeAspect="1"/>
          </p:cNvPicPr>
          <p:nvPr/>
        </p:nvPicPr>
        <p:blipFill>
          <a:blip xmlns:r="http://schemas.openxmlformats.org/officeDocument/2006/relationships" xmlns:a="http://schemas.openxmlformats.org/drawingml/2006/main" r:embed="R7ddd617a1baa4b2c"/>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E2EB89E-4F0A-4D37-81FD-730AED95A83B}"/>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
            <a:extLst xmlns:a="http://schemas.openxmlformats.org/drawingml/2006/main">
              <a:ext uri="{FF2B5EF4-FFF2-40B4-BE49-F238E27FC236}">
                <a16:creationId xmlns:a16="http://schemas.microsoft.com/office/drawing/2014/main" id="{81F94B3F-7597-420C-BC24-32302E7EF89B}"/>
              </a:ext>
            </a:extLst>
          </p:cNvPr>
          <p:cNvPicPr>
            <a:picLocks xmlns:a="http://schemas.openxmlformats.org/drawingml/2006/main" noChangeAspect="1"/>
          </p:cNvPicPr>
          <p:nvPr/>
        </p:nvPicPr>
        <p:blipFill>
          <a:blip xmlns:r="http://schemas.openxmlformats.org/officeDocument/2006/relationships" xmlns:a="http://schemas.openxmlformats.org/drawingml/2006/main" r:embed="Rebb251ca15d8497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98DC6D6-15F0-4319-892A-CAC4EFF35EE2}"/>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440263064"/>
      </p:ext>
    </p:extLst>
  </p:cSld>
</p:sld>
</file>

<file path=ppt/slides/slide1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AC3398-E74C-4251-87A5-967BC0F3E866}"/>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HỢP LUỒNG ĐIỀU HƯỚNG</a:t>
            </a:r>
          </a:p>
        </p:txBody>
      </p:sp>
      <p:sp>
        <p:nvSpPr>
          <p:cNvPr id="2" name="">
            <a:extLst xmlns:a="http://schemas.openxmlformats.org/drawingml/2006/main">
              <a:ext uri="{FF2B5EF4-FFF2-40B4-BE49-F238E27FC236}">
                <a16:creationId xmlns:a16="http://schemas.microsoft.com/office/drawing/2014/main" id="{3D147A92-7A30-4B4A-A152-4C2C274328BA}"/>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liên kết các màn hình chính</a:t>
            </a:r>
          </a:p>
        </p:txBody>
      </p:sp>
      <p:sp>
        <p:nvSpPr>
          <p:cNvPr id="3" name="">
            <a:extLst xmlns:a="http://schemas.openxmlformats.org/drawingml/2006/main">
              <a:ext uri="{FF2B5EF4-FFF2-40B4-BE49-F238E27FC236}">
                <a16:creationId xmlns:a16="http://schemas.microsoft.com/office/drawing/2014/main" id="{F3E993A2-C34B-4880-BE88-38C938C3AEE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5081ED8-804B-479C-A775-4AC9B77B2D7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AD71D191-F78C-4BD3-94C7-D4695B3BCB45}"/>
              </a:ext>
            </a:extLst>
          </p:cNvPr>
          <p:cNvPicPr>
            <a:picLocks xmlns:a="http://schemas.openxmlformats.org/drawingml/2006/main" noChangeAspect="1"/>
          </p:cNvPicPr>
          <p:nvPr/>
        </p:nvPicPr>
        <p:blipFill>
          <a:blip xmlns:r="http://schemas.openxmlformats.org/officeDocument/2006/relationships" xmlns:a="http://schemas.openxmlformats.org/drawingml/2006/main" r:embed="Rbce7b49bc4cf4c20"/>
          <a:stretch xmlns:a="http://schemas.openxmlformats.org/drawingml/2006/main"/>
        </p:blipFill>
        <p:spPr>
          <a:xfrm xmlns:a="http://schemas.openxmlformats.org/drawingml/2006/main">
            <a:off x="3512850" y="1238250"/>
            <a:ext cx="5166299" cy="4905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56E128F-2201-4636-B796-754211E7F35B}"/>
              </a:ext>
            </a:extLst>
          </p:cNvPr>
          <p:cNvSpPr>
            <a:spLocks xmlns:a="http://schemas.openxmlformats.org/drawingml/2006/main" noGrp="1"/>
          </p:cNvSpPr>
          <p:nvPr/>
        </p:nvSpPr>
        <p:spPr>
          <a:xfrm xmlns:a="http://schemas.openxmlformats.org/drawingml/2006/main">
            <a:off x="514350" y="62103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66"/>
                </a:solidFill>
                <a:latin typeface="Arial"/>
                <a:ea typeface="Arial"/>
                <a:cs typeface="Arial"/>
              </a:defRPr>
            </a:defPPr>
            <a:lvl1pPr>
              <a:defRPr sz="1425" b="0">
                <a:solidFill>
                  <a:srgbClr val="526B66"/>
                </a:solidFill>
                <a:latin typeface="Arial"/>
                <a:ea typeface="Arial"/>
                <a:cs typeface="Arial"/>
              </a:defRPr>
            </a:lvl1pPr>
            <a:lvl2pPr>
              <a:defRPr sz="1425" b="0">
                <a:solidFill>
                  <a:srgbClr val="526B66"/>
                </a:solidFill>
                <a:latin typeface="Arial"/>
                <a:ea typeface="Arial"/>
                <a:cs typeface="Arial"/>
              </a:defRPr>
            </a:lvl2pPr>
            <a:lvl3pPr>
              <a:defRPr sz="1425" b="0">
                <a:solidFill>
                  <a:srgbClr val="526B66"/>
                </a:solidFill>
                <a:latin typeface="Arial"/>
                <a:ea typeface="Arial"/>
                <a:cs typeface="Arial"/>
              </a:defRPr>
            </a:lvl3pPr>
            <a:lvl4pPr>
              <a:defRPr sz="1425" b="0">
                <a:solidFill>
                  <a:srgbClr val="526B66"/>
                </a:solidFill>
                <a:latin typeface="Arial"/>
                <a:ea typeface="Arial"/>
                <a:cs typeface="Arial"/>
              </a:defRPr>
            </a:lvl4pPr>
            <a:lvl5pPr>
              <a:defRPr sz="1425" b="0">
                <a:solidFill>
                  <a:srgbClr val="526B66"/>
                </a:solidFill>
                <a:latin typeface="Arial"/>
                <a:ea typeface="Arial"/>
                <a:cs typeface="Arial"/>
              </a:defRPr>
            </a:lvl5pPr>
            <a:lvl6pPr>
              <a:defRPr sz="1425" b="0">
                <a:solidFill>
                  <a:srgbClr val="526B66"/>
                </a:solidFill>
                <a:latin typeface="Arial"/>
                <a:ea typeface="Arial"/>
                <a:cs typeface="Arial"/>
              </a:defRPr>
            </a:lvl6pPr>
            <a:lvl7pPr>
              <a:defRPr sz="1425" b="0">
                <a:solidFill>
                  <a:srgbClr val="526B66"/>
                </a:solidFill>
                <a:latin typeface="Arial"/>
                <a:ea typeface="Arial"/>
                <a:cs typeface="Arial"/>
              </a:defRPr>
            </a:lvl7pPr>
            <a:lvl8pPr>
              <a:defRPr sz="1425" b="0">
                <a:solidFill>
                  <a:srgbClr val="526B66"/>
                </a:solidFill>
                <a:latin typeface="Arial"/>
                <a:ea typeface="Arial"/>
                <a:cs typeface="Arial"/>
              </a:defRPr>
            </a:lvl8pPr>
            <a:lvl9pPr>
              <a:defRPr sz="1425" b="0">
                <a:solidFill>
                  <a:srgbClr val="526B66"/>
                </a:solidFill>
                <a:latin typeface="Arial"/>
                <a:ea typeface="Arial"/>
                <a:cs typeface="Arial"/>
              </a:defRPr>
            </a:lvl9pPr>
          </a:lstStyle>
          <a:p xmlns:a="http://schemas.openxmlformats.org/drawingml/2006/main">
            <a:pPr>
              <a:defRPr sz="1425" b="0">
                <a:solidFill>
                  <a:srgbClr val="526B66"/>
                </a:solidFill>
                <a:latin typeface="Arial"/>
                <a:ea typeface="Arial"/>
                <a:cs typeface="Arial"/>
              </a:defRPr>
            </a:pPr>
            <a:r>
              <a:rPr sz="1425" b="0">
                <a:solidFill>
                  <a:srgbClr val="526B66"/>
                </a:solidFill>
                <a:latin typeface="Arial"/>
                <a:ea typeface="Arial"/>
                <a:cs typeface="Arial"/>
              </a:rPr>
              <a:t>MainActivity điều hướng bốn tab. Các tác vụ và Hồ sơ có thể có nhiều điểm truy cập.</a:t>
            </a:r>
          </a:p>
        </p:txBody>
      </p:sp>
    </p:spTree>
    <p:extLst>
      <p:ext uri="{BB962C8B-B14F-4D97-AF65-F5344CB8AC3E}">
        <p14:creationId xmlns:p14="http://schemas.microsoft.com/office/powerpoint/2010/main" val="1189124684"/>
      </p:ext>
    </p:extLst>
  </p:cSld>
</p:sld>
</file>

<file path=ppt/slides/slide1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8A024B-05D3-493C-A695-647DB63502E6}"/>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SƠ ĐỒ CƠ SỞ DỮ LIỆU</a:t>
            </a:r>
          </a:p>
        </p:txBody>
      </p:sp>
      <p:sp>
        <p:nvSpPr>
          <p:cNvPr id="2" name="">
            <a:extLst xmlns:a="http://schemas.openxmlformats.org/drawingml/2006/main">
              <a:ext uri="{FF2B5EF4-FFF2-40B4-BE49-F238E27FC236}">
                <a16:creationId xmlns:a16="http://schemas.microsoft.com/office/drawing/2014/main" id="{BCB0169E-305D-40A4-853F-348274D27455}"/>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
            <a:extLst xmlns:a="http://schemas.openxmlformats.org/drawingml/2006/main">
              <a:ext uri="{FF2B5EF4-FFF2-40B4-BE49-F238E27FC236}">
                <a16:creationId xmlns:a16="http://schemas.microsoft.com/office/drawing/2014/main" id="{98CC79CB-3D9E-4CA2-AFC1-F5545337851F}"/>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F3976E2-9270-4DCD-9C4B-E8C01DD52CF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F198BCE6-B88A-4C23-8FE3-F3386F3AEA83}"/>
              </a:ext>
            </a:extLst>
          </p:cNvPr>
          <p:cNvPicPr>
            <a:picLocks xmlns:a="http://schemas.openxmlformats.org/drawingml/2006/main" noChangeAspect="1"/>
          </p:cNvPicPr>
          <p:nvPr/>
        </p:nvPicPr>
        <p:blipFill>
          <a:blip xmlns:r="http://schemas.openxmlformats.org/officeDocument/2006/relationships" xmlns:a="http://schemas.openxmlformats.org/drawingml/2006/main" r:embed="Rc9d997089b174005"/>
          <a:stretch xmlns:a="http://schemas.openxmlformats.org/drawingml/2006/main"/>
        </p:blipFill>
        <p:spPr>
          <a:xfrm xmlns:a="http://schemas.openxmlformats.org/drawingml/2006/main">
            <a:off x="3762632" y="1238250"/>
            <a:ext cx="4666735" cy="4905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EB1956-C842-41AB-9308-C981AB9C19F2}"/>
              </a:ext>
            </a:extLst>
          </p:cNvPr>
          <p:cNvSpPr>
            <a:spLocks xmlns:a="http://schemas.openxmlformats.org/drawingml/2006/main" noGrp="1"/>
          </p:cNvSpPr>
          <p:nvPr/>
        </p:nvSpPr>
        <p:spPr>
          <a:xfrm xmlns:a="http://schemas.openxmlformats.org/drawingml/2006/main">
            <a:off x="514350" y="62103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66"/>
                </a:solidFill>
                <a:latin typeface="Arial"/>
                <a:ea typeface="Arial"/>
                <a:cs typeface="Arial"/>
              </a:defRPr>
            </a:defPPr>
            <a:lvl1pPr>
              <a:defRPr sz="1425" b="0">
                <a:solidFill>
                  <a:srgbClr val="526B66"/>
                </a:solidFill>
                <a:latin typeface="Arial"/>
                <a:ea typeface="Arial"/>
                <a:cs typeface="Arial"/>
              </a:defRPr>
            </a:lvl1pPr>
            <a:lvl2pPr>
              <a:defRPr sz="1425" b="0">
                <a:solidFill>
                  <a:srgbClr val="526B66"/>
                </a:solidFill>
                <a:latin typeface="Arial"/>
                <a:ea typeface="Arial"/>
                <a:cs typeface="Arial"/>
              </a:defRPr>
            </a:lvl2pPr>
            <a:lvl3pPr>
              <a:defRPr sz="1425" b="0">
                <a:solidFill>
                  <a:srgbClr val="526B66"/>
                </a:solidFill>
                <a:latin typeface="Arial"/>
                <a:ea typeface="Arial"/>
                <a:cs typeface="Arial"/>
              </a:defRPr>
            </a:lvl3pPr>
            <a:lvl4pPr>
              <a:defRPr sz="1425" b="0">
                <a:solidFill>
                  <a:srgbClr val="526B66"/>
                </a:solidFill>
                <a:latin typeface="Arial"/>
                <a:ea typeface="Arial"/>
                <a:cs typeface="Arial"/>
              </a:defRPr>
            </a:lvl4pPr>
            <a:lvl5pPr>
              <a:defRPr sz="1425" b="0">
                <a:solidFill>
                  <a:srgbClr val="526B66"/>
                </a:solidFill>
                <a:latin typeface="Arial"/>
                <a:ea typeface="Arial"/>
                <a:cs typeface="Arial"/>
              </a:defRPr>
            </a:lvl5pPr>
            <a:lvl6pPr>
              <a:defRPr sz="1425" b="0">
                <a:solidFill>
                  <a:srgbClr val="526B66"/>
                </a:solidFill>
                <a:latin typeface="Arial"/>
                <a:ea typeface="Arial"/>
                <a:cs typeface="Arial"/>
              </a:defRPr>
            </a:lvl6pPr>
            <a:lvl7pPr>
              <a:defRPr sz="1425" b="0">
                <a:solidFill>
                  <a:srgbClr val="526B66"/>
                </a:solidFill>
                <a:latin typeface="Arial"/>
                <a:ea typeface="Arial"/>
                <a:cs typeface="Arial"/>
              </a:defRPr>
            </a:lvl7pPr>
            <a:lvl8pPr>
              <a:defRPr sz="1425" b="0">
                <a:solidFill>
                  <a:srgbClr val="526B66"/>
                </a:solidFill>
                <a:latin typeface="Arial"/>
                <a:ea typeface="Arial"/>
                <a:cs typeface="Arial"/>
              </a:defRPr>
            </a:lvl8pPr>
            <a:lvl9pPr>
              <a:defRPr sz="1425" b="0">
                <a:solidFill>
                  <a:srgbClr val="526B66"/>
                </a:solidFill>
                <a:latin typeface="Arial"/>
                <a:ea typeface="Arial"/>
                <a:cs typeface="Arial"/>
              </a:defRPr>
            </a:lvl9pPr>
          </a:lstStyle>
          <a:p xmlns:a="http://schemas.openxmlformats.org/drawingml/2006/main">
            <a:pPr>
              <a:defRPr sz="1425" b="0">
                <a:solidFill>
                  <a:srgbClr val="526B66"/>
                </a:solidFill>
                <a:latin typeface="Arial"/>
                <a:ea typeface="Arial"/>
                <a:cs typeface="Arial"/>
              </a:defRPr>
            </a:pPr>
            <a:r>
              <a:rPr sz="1425" b="0">
                <a:solidFill>
                  <a:srgbClr val="526B66"/>
                </a:solidFill>
                <a:latin typeface="Arial"/>
                <a:ea typeface="Arial"/>
                <a:cs typeface="Arial"/>
              </a:rPr>
              <a:t>vita_health.db, lược đồ phiên bản 6. users là gốc dữ liệu, medicine_logs liên kết qua medicines.</a:t>
            </a:r>
          </a:p>
        </p:txBody>
      </p:sp>
    </p:spTree>
    <p:extLst>
      <p:ext uri="{BB962C8B-B14F-4D97-AF65-F5344CB8AC3E}">
        <p14:creationId xmlns:p14="http://schemas.microsoft.com/office/powerpoint/2010/main" val="2077959501"/>
      </p:ext>
    </p:extLst>
  </p:cSld>
</p:sld>
</file>

<file path=ppt/slides/slide1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BF9BDD-19BC-466B-92C5-79379D65E2C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NGƯỜI DÙNG</a:t>
            </a:r>
          </a:p>
        </p:txBody>
      </p:sp>
      <p:sp>
        <p:nvSpPr>
          <p:cNvPr id="2" name="">
            <a:extLst xmlns:a="http://schemas.openxmlformats.org/drawingml/2006/main">
              <a:ext uri="{FF2B5EF4-FFF2-40B4-BE49-F238E27FC236}">
                <a16:creationId xmlns:a16="http://schemas.microsoft.com/office/drawing/2014/main" id="{D57095CE-6429-4CCF-936A-2122E7714BE5}"/>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users: tài khoản, hồ sơ và thiết lập</a:t>
            </a:r>
          </a:p>
        </p:txBody>
      </p:sp>
      <p:sp>
        <p:nvSpPr>
          <p:cNvPr id="3" name="">
            <a:extLst xmlns:a="http://schemas.openxmlformats.org/drawingml/2006/main">
              <a:ext uri="{FF2B5EF4-FFF2-40B4-BE49-F238E27FC236}">
                <a16:creationId xmlns:a16="http://schemas.microsoft.com/office/drawing/2014/main" id="{2A8DF345-517B-43F4-A9B0-081B22829DCE}"/>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40C36DE-BCFB-443B-B8B9-CE3316E791F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6FCF02BA-BE99-4884-A345-D2401B015AD9}"/>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username</a:t>
                      </a:r>
                    </a:p>
                  </a:txBody>
                  <a:tcPr marL="91440" marR="91440" marT="45720" marB="45720">
                    <a:solidFill>
                      <a:srgbClr val="FFFFFF"/>
                    </a:solidFill>
                  </a:tcPr>
                </a:tc>
                <a:tc>
                  <a:txBody>
                    <a:bodyPr/>
                    <a:lstStyle/>
                    <a:p>
                      <a:r>
                        <a:rPr sz="1650" b="0">
                          <a:solidFill>
                            <a:srgbClr val="164C47"/>
                          </a:solidFill>
                          <a:latin typeface="Arial"/>
                          <a:ea typeface="Arial"/>
                          <a:cs typeface="Arial"/>
                        </a:rPr>
                        <a:t>PK / UNIQUE, NOT NULL</a:t>
                      </a:r>
                    </a:p>
                  </a:txBody>
                  <a:tcPr marL="91440" marR="91440" marT="45720" marB="45720">
                    <a:solidFill>
                      <a:srgbClr val="FFFFFF"/>
                    </a:solidFill>
                  </a:tcPr>
                </a:tc>
                <a:tc>
                  <a:txBody>
                    <a:bodyPr/>
                    <a:lstStyle/>
                    <a:p>
                      <a:r>
                        <a:rPr sz="1650" b="0">
                          <a:solidFill>
                            <a:srgbClr val="164C47"/>
                          </a:solidFill>
                          <a:latin typeface="Arial"/>
                          <a:ea typeface="Arial"/>
                          <a:cs typeface="Arial"/>
                        </a:rPr>
                        <a:t>Mã tài khoản, tên đăng nhập duy nhất</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password_hash, salt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Mật khẩu dẫn xuất PBKDF2 và salt</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fullname, birth_year, gender</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 / TEXT</a:t>
                      </a:r>
                    </a:p>
                  </a:txBody>
                  <a:tcPr marL="91440" marR="91440" marT="45720" marB="45720">
                    <a:solidFill>
                      <a:srgbClr val="FFFFFF"/>
                    </a:solidFill>
                  </a:tcPr>
                </a:tc>
                <a:tc>
                  <a:txBody>
                    <a:bodyPr/>
                    <a:lstStyle/>
                    <a:p>
                      <a:r>
                        <a:rPr sz="1650" b="0">
                          <a:solidFill>
                            <a:srgbClr val="164C47"/>
                          </a:solidFill>
                          <a:latin typeface="Arial"/>
                          <a:ea typeface="Arial"/>
                          <a:cs typeface="Arial"/>
                        </a:rPr>
                        <a:t>Họ tên, năm sinh, giới tính</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height_cm, base_weight_kg</a:t>
                      </a:r>
                    </a:p>
                  </a:txBody>
                  <a:tcPr marL="91440" marR="91440" marT="45720" marB="45720">
                    <a:solidFill>
                      <a:srgbClr val="EAF3EE"/>
                    </a:solidFill>
                  </a:tcPr>
                </a:tc>
                <a:tc>
                  <a:txBody>
                    <a:bodyPr/>
                    <a:lstStyle/>
                    <a:p>
                      <a:r>
                        <a:rPr sz="1650" b="0">
                          <a:solidFill>
                            <a:srgbClr val="164C47"/>
                          </a:solidFill>
                          <a:latin typeface="Arial"/>
                          <a:ea typeface="Arial"/>
                          <a:cs typeface="Arial"/>
                        </a:rPr>
                        <a:t>REAL</a:t>
                      </a:r>
                    </a:p>
                  </a:txBody>
                  <a:tcPr marL="91440" marR="91440" marT="45720" marB="45720">
                    <a:solidFill>
                      <a:srgbClr val="EAF3EE"/>
                    </a:solidFill>
                  </a:tcPr>
                </a:tc>
                <a:tc>
                  <a:txBody>
                    <a:bodyPr/>
                    <a:lstStyle/>
                    <a:p>
                      <a:r>
                        <a:rPr sz="1650" b="0">
                          <a:solidFill>
                            <a:srgbClr val="164C47"/>
                          </a:solidFill>
                          <a:latin typeface="Arial"/>
                          <a:ea typeface="Arial"/>
                          <a:cs typeface="Arial"/>
                        </a:rPr>
                        <a:t>Chiều cao (cm), cân nặng cơ sở (kg)</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bmi_standard, water_goal_ml</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a:t>
                      </a:r>
                    </a:p>
                  </a:txBody>
                  <a:tcPr marL="91440" marR="91440" marT="45720" marB="45720">
                    <a:solidFill>
                      <a:srgbClr val="FFFFFF"/>
                    </a:solidFill>
                  </a:tcPr>
                </a:tc>
                <a:tc>
                  <a:txBody>
                    <a:bodyPr/>
                    <a:lstStyle/>
                    <a:p>
                      <a:r>
                        <a:rPr sz="1650" b="0">
                          <a:solidFill>
                            <a:srgbClr val="164C47"/>
                          </a:solidFill>
                          <a:latin typeface="Arial"/>
                          <a:ea typeface="Arial"/>
                          <a:cs typeface="Arial"/>
                        </a:rPr>
                        <a:t>Bộ ngưỡng BMI, mục tiêu nước (ml)</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water_start, water_end,</a:t>
                      </a:r>
                    </a:p>
                    <a:p>
                      <a:r>
                        <a:rPr sz="1650" b="0">
                          <a:solidFill>
                            <a:srgbClr val="164C47"/>
                          </a:solidFill>
                          <a:latin typeface="Arial"/>
                          <a:ea typeface="Arial"/>
                          <a:cs typeface="Arial"/>
                        </a:rPr>
                        <a:t>water_amount, water_times</a:t>
                      </a:r>
                    </a:p>
                  </a:txBody>
                  <a:tcPr marL="91440" marR="91440" marT="45720" marB="45720">
                    <a:solidFill>
                      <a:srgbClr val="EAF3EE"/>
                    </a:solidFill>
                  </a:tcPr>
                </a:tc>
                <a:tc>
                  <a:txBody>
                    <a:bodyPr/>
                    <a:lstStyle/>
                    <a:p>
                      <a:r>
                        <a:rPr sz="1650" b="0">
                          <a:solidFill>
                            <a:srgbClr val="164C47"/>
                          </a:solidFill>
                          <a:latin typeface="Arial"/>
                          <a:ea typeface="Arial"/>
                          <a:cs typeface="Arial"/>
                        </a:rPr>
                        <a:t>TEXT / INTEGER</a:t>
                      </a:r>
                    </a:p>
                  </a:txBody>
                  <a:tcPr marL="91440" marR="91440" marT="45720" marB="45720">
                    <a:solidFill>
                      <a:srgbClr val="EAF3EE"/>
                    </a:solidFill>
                  </a:tcPr>
                </a:tc>
                <a:tc>
                  <a:txBody>
                    <a:bodyPr/>
                    <a:lstStyle/>
                    <a:p>
                      <a:r>
                        <a:rPr sz="1650" b="0">
                          <a:solidFill>
                            <a:srgbClr val="164C47"/>
                          </a:solidFill>
                          <a:latin typeface="Arial"/>
                          <a:ea typeface="Arial"/>
                          <a:cs typeface="Arial"/>
                        </a:rPr>
                        <a:t>Khung giờ, lượng thêm nhanh và giờ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E0B5257F-216E-4863-8008-0FA6B39F8F67}"/>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Phiên lưu riêng trong SharedPreferences. PBKDF2 không mã hóa toàn bộ tệp SQLite.</a:t>
            </a:r>
          </a:p>
        </p:txBody>
      </p:sp>
    </p:spTree>
    <p:extLst>
      <p:ext uri="{BB962C8B-B14F-4D97-AF65-F5344CB8AC3E}">
        <p14:creationId xmlns:p14="http://schemas.microsoft.com/office/powerpoint/2010/main" val="1726241718"/>
      </p:ext>
    </p:extLst>
  </p:cSld>
</p:sld>
</file>

<file path=ppt/slides/slide1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D6E052-540A-4799-BF81-2593D6C7380A}"/>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SỨC KHỎE</a:t>
            </a:r>
          </a:p>
        </p:txBody>
      </p:sp>
      <p:sp>
        <p:nvSpPr>
          <p:cNvPr id="2" name="">
            <a:extLst xmlns:a="http://schemas.openxmlformats.org/drawingml/2006/main">
              <a:ext uri="{FF2B5EF4-FFF2-40B4-BE49-F238E27FC236}">
                <a16:creationId xmlns:a16="http://schemas.microsoft.com/office/drawing/2014/main" id="{6C9DF095-5136-4148-9D34-4D4DC0E121BC}"/>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health_records: dữ liệu mỗi lần đo</a:t>
            </a:r>
          </a:p>
        </p:txBody>
      </p:sp>
      <p:sp>
        <p:nvSpPr>
          <p:cNvPr id="3" name="">
            <a:extLst xmlns:a="http://schemas.openxmlformats.org/drawingml/2006/main">
              <a:ext uri="{FF2B5EF4-FFF2-40B4-BE49-F238E27FC236}">
                <a16:creationId xmlns:a16="http://schemas.microsoft.com/office/drawing/2014/main" id="{BADF9AA6-CCD2-45BD-A265-7804C673DD22}"/>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318BD55-2404-44A8-894D-2C30AD695366}"/>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9F2B045A-E4A7-40CE-AC2D-369C0BE68183}"/>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Bản ghi và chủ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measured_time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Ngày yyyy-MM-dd, giờ HH:mm</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meal_context, note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Bối cảnh đường huyết và ghi chú</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weight_kg, blood_sugar</a:t>
                      </a:r>
                    </a:p>
                  </a:txBody>
                  <a:tcPr marL="91440" marR="91440" marT="45720" marB="45720">
                    <a:solidFill>
                      <a:srgbClr val="EAF3EE"/>
                    </a:solidFill>
                  </a:tcPr>
                </a:tc>
                <a:tc>
                  <a:txBody>
                    <a:bodyPr/>
                    <a:lstStyle/>
                    <a:p>
                      <a:r>
                        <a:rPr sz="1650" b="0">
                          <a:solidFill>
                            <a:srgbClr val="164C47"/>
                          </a:solidFill>
                          <a:latin typeface="Arial"/>
                          <a:ea typeface="Arial"/>
                          <a:cs typeface="Arial"/>
                        </a:rPr>
                        <a:t>REAL,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Cân nặng (kg), đường huyết (mg/dL)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systolic, diastolic</a:t>
                      </a:r>
                    </a:p>
                  </a:txBody>
                  <a:tcPr marL="91440" marR="91440" marT="45720" marB="45720">
                    <a:solidFill>
                      <a:srgbClr val="FFFFFF"/>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Huyết áp tâm thu / tâm trương (mmHg)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heart_rate</a:t>
                      </a:r>
                    </a:p>
                  </a:txBody>
                  <a:tcPr marL="91440" marR="91440" marT="45720" marB="45720">
                    <a:solidFill>
                      <a:srgbClr val="EAF3EE"/>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Nhịp tim (nhịp/phút)</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D6AD93BE-80E1-4862-8755-5DF3DD3C8F8B}"/>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Một ngày có nhiều lần đo. Chỉ số chưa nhập dùng NULL. Biểu mẫu yêu cầu huyết áp đủ cặp.</a:t>
            </a:r>
          </a:p>
        </p:txBody>
      </p:sp>
    </p:spTree>
    <p:extLst>
      <p:ext uri="{BB962C8B-B14F-4D97-AF65-F5344CB8AC3E}">
        <p14:creationId xmlns:p14="http://schemas.microsoft.com/office/powerpoint/2010/main" val="105066038"/>
      </p:ext>
    </p:extLst>
  </p:cSld>
</p:sld>
</file>

<file path=ppt/slides/slide1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37FFBA-0D70-41FF-B4E3-B56C8084247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
            <a:extLst xmlns:a="http://schemas.openxmlformats.org/drawingml/2006/main">
              <a:ext uri="{FF2B5EF4-FFF2-40B4-BE49-F238E27FC236}">
                <a16:creationId xmlns:a16="http://schemas.microsoft.com/office/drawing/2014/main" id="{1CFB712B-239F-4AAC-B4CB-284FA28B8C8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
            <a:extLst xmlns:a="http://schemas.openxmlformats.org/drawingml/2006/main">
              <a:ext uri="{FF2B5EF4-FFF2-40B4-BE49-F238E27FC236}">
                <a16:creationId xmlns:a16="http://schemas.microsoft.com/office/drawing/2014/main" id="{1F32FA0B-180E-4B2D-8A6F-36E61377B6E3}"/>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059F238-2EE2-4FC5-84A2-696C5716197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7385C315-B623-43D4-9162-F4DF6806BD8B}"/>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thuốc và tài khoản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name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Tên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dosage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Liều lượng hoặc hướng dẫn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days_mask</a:t>
                      </a:r>
                    </a:p>
                  </a:txBody>
                  <a:tcPr marL="91440" marR="91440" marT="45720" marB="45720">
                    <a:solidFill>
                      <a:srgbClr val="FFFFFF"/>
                    </a:solidFill>
                  </a:tcPr>
                </a:tc>
                <a:tc>
                  <a:txBody>
                    <a:bodyPr/>
                    <a:lstStyle/>
                    <a:p>
                      <a:r>
                        <a:rPr sz="1650" b="0">
                          <a:solidFill>
                            <a:srgbClr val="164C47"/>
                          </a:solidFill>
                          <a:latin typeface="Arial"/>
                          <a:ea typeface="Arial"/>
                          <a:cs typeface="Arial"/>
                        </a:rPr>
                        <a:t>INTEGER, mặc định 127</a:t>
                      </a:r>
                    </a:p>
                  </a:txBody>
                  <a:tcPr marL="91440" marR="91440" marT="45720" marB="45720">
                    <a:solidFill>
                      <a:srgbClr val="FFFFFF"/>
                    </a:solidFill>
                  </a:tcPr>
                </a:tc>
                <a:tc>
                  <a:txBody>
                    <a:bodyPr/>
                    <a:lstStyle/>
                    <a:p>
                      <a:r>
                        <a:rPr sz="1650" b="0">
                          <a:solidFill>
                            <a:srgbClr val="164C47"/>
                          </a:solidFill>
                          <a:latin typeface="Arial"/>
                          <a:ea typeface="Arial"/>
                          <a:cs typeface="Arial"/>
                        </a:rPr>
                        <a:t>Mặt nạ 7 bit, 127 tương ứng cả tuần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is_active</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1</a:t>
                      </a:r>
                    </a:p>
                  </a:txBody>
                  <a:tcPr marL="91440" marR="91440" marT="45720" marB="45720">
                    <a:solidFill>
                      <a:srgbClr val="EAF3EE"/>
                    </a:solidFill>
                  </a:tcPr>
                </a:tc>
                <a:tc>
                  <a:txBody>
                    <a:bodyPr/>
                    <a:lstStyle/>
                    <a:p>
                      <a:r>
                        <a:rPr sz="1650" b="0">
                          <a:solidFill>
                            <a:srgbClr val="164C47"/>
                          </a:solidFill>
                          <a:latin typeface="Arial"/>
                          <a:ea typeface="Arial"/>
                          <a:cs typeface="Arial"/>
                        </a:rPr>
                        <a:t>1: bật lịch nhắc, 0: tắt lịch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041E0325-C16B-4580-A01A-55319CB5744E}"/>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998297781"/>
      </p:ext>
    </p:extLst>
  </p:cSld>
</p:sld>
</file>

<file path=ppt/slides/slide1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9DE50B-1014-40DC-9B7B-C42BEB57E36F}"/>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
            <a:extLst xmlns:a="http://schemas.openxmlformats.org/drawingml/2006/main">
              <a:ext uri="{FF2B5EF4-FFF2-40B4-BE49-F238E27FC236}">
                <a16:creationId xmlns:a16="http://schemas.microsoft.com/office/drawing/2014/main" id="{06B3674B-5285-4D64-998F-D68FD29663BC}"/>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
            <a:extLst xmlns:a="http://schemas.openxmlformats.org/drawingml/2006/main">
              <a:ext uri="{FF2B5EF4-FFF2-40B4-BE49-F238E27FC236}">
                <a16:creationId xmlns:a16="http://schemas.microsoft.com/office/drawing/2014/main" id="{10FEA2FB-C009-4551-A2B9-6A67E50D9C3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3AD61C6-7EB2-43E6-BFD0-A96B550C51BE}"/>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842AB3B1-6536-4F75-B363-A370C845D1BB}"/>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medicine_id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nhật ký và thuốc liên quan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scheduled_time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Ngày và giờ dự kiến của cữ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status</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TAKEN: Đã uống, SKIPPED: Bỏ qua</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Thời điểm người dùng xác nhận</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Tên và liều lượng tại lúc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snapshot_inherited</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0</a:t>
                      </a:r>
                    </a:p>
                  </a:txBody>
                  <a:tcPr marL="91440" marR="91440" marT="45720" marB="45720">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DE31971A-E6B9-43B6-8CC6-7A5B76C3BED9}"/>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1673398972"/>
      </p:ext>
    </p:extLst>
  </p:cSld>
</p:sld>
</file>

<file path=ppt/slides/slide1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513E0A-B9AC-4B2D-B3F7-2298706551FA}"/>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
            <a:extLst xmlns:a="http://schemas.openxmlformats.org/drawingml/2006/main">
              <a:ext uri="{FF2B5EF4-FFF2-40B4-BE49-F238E27FC236}">
                <a16:creationId xmlns:a16="http://schemas.microsoft.com/office/drawing/2014/main" id="{786A5C43-1226-4F9B-922B-9D98B946A315}"/>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
            <a:extLst xmlns:a="http://schemas.openxmlformats.org/drawingml/2006/main">
              <a:ext uri="{FF2B5EF4-FFF2-40B4-BE49-F238E27FC236}">
                <a16:creationId xmlns:a16="http://schemas.microsoft.com/office/drawing/2014/main" id="{DD3EE8C6-BF9C-4211-8C4A-678EE6D4DFD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72D35378-12BF-4DE3-BEA3-D3D55FB8C6A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EA17B63B-8901-4131-A191-222E20EDD64E}"/>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lần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user_id</a:t>
                      </a:r>
                    </a:p>
                  </a:txBody>
                  <a:tcPr marL="91440" marR="91440" marT="45720" marB="45720">
                    <a:solidFill>
                      <a:srgbClr val="EAF3EE"/>
                    </a:solidFill>
                  </a:tcPr>
                </a:tc>
                <a:tc>
                  <a:txBody>
                    <a:bodyPr/>
                    <a:lstStyle/>
                    <a:p>
                      <a:r>
                        <a:rPr sz="1650" b="0">
                          <a:solidFill>
                            <a:srgbClr val="164C47"/>
                          </a:solidFill>
                          <a:latin typeface="Arial"/>
                          <a:ea typeface="Arial"/>
                          <a:cs typeface="Arial"/>
                        </a:rPr>
                        <a:t>INTEGER, FK,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Tham chiếu users.id</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date</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Ngày ghi nhận, yyyy-MM-dd</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amount_ml</a:t>
                      </a:r>
                    </a:p>
                  </a:txBody>
                  <a:tcPr marL="91440" marR="91440" marT="45720" marB="45720">
                    <a:solidFill>
                      <a:srgbClr val="EAF3EE"/>
                    </a:solidFill>
                  </a:tcPr>
                </a:tc>
                <a:tc>
                  <a:txBody>
                    <a:bodyPr/>
                    <a:lstStyle/>
                    <a:p>
                      <a:r>
                        <a:rPr sz="1650" b="0">
                          <a:solidFill>
                            <a:srgbClr val="164C47"/>
                          </a:solidFill>
                          <a:latin typeface="Arial"/>
                          <a:ea typeface="Arial"/>
                          <a:cs typeface="Arial"/>
                        </a:rPr>
                        <a:t>INTEGER, NOT NULL</a:t>
                      </a:r>
                    </a:p>
                  </a:txBody>
                  <a:tcPr marL="91440" marR="91440" marT="45720" marB="45720">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Thời điểm ghi, yyyy-MM-dd HH:mm:ss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32E663B-3624-4885-8A6D-50198F371783}"/>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73869988"/>
      </p:ext>
    </p:extLst>
  </p:cSld>
</p:sld>
</file>

<file path=ppt/slides/slide1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0ACE0F-184E-44C3-8581-845D4F93CD8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
            <a:extLst xmlns:a="http://schemas.openxmlformats.org/drawingml/2006/main">
              <a:ext uri="{FF2B5EF4-FFF2-40B4-BE49-F238E27FC236}">
                <a16:creationId xmlns:a16="http://schemas.microsoft.com/office/drawing/2014/main" id="{AD4BA021-3755-4370-AB00-D313C7C5C6BA}"/>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
            <a:extLst xmlns:a="http://schemas.openxmlformats.org/drawingml/2006/main">
              <a:ext uri="{FF2B5EF4-FFF2-40B4-BE49-F238E27FC236}">
                <a16:creationId xmlns:a16="http://schemas.microsoft.com/office/drawing/2014/main" id="{FCF29D36-140D-4871-B114-077C6EE2F911}"/>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445477AC-45B2-42C3-9CA4-5B13BB349BF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5CE8590B-4576-4FA7-88FC-04C0F6B77B83}"/>
              </a:ext>
            </a:extLst>
          </p:cNvPr>
          <p:cNvSpPr>
            <a:spLocks xmlns:a="http://schemas.openxmlformats.org/drawingml/2006/main" noGrp="1"/>
          </p:cNvSpPr>
          <p:nvPr/>
        </p:nvSpPr>
        <p:spPr>
          <a:xfrm xmlns:a="http://schemas.openxmlformats.org/drawingml/2006/main">
            <a:off x="514350" y="16192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
            <a:extLst xmlns:a="http://schemas.openxmlformats.org/drawingml/2006/main">
              <a:ext uri="{FF2B5EF4-FFF2-40B4-BE49-F238E27FC236}">
                <a16:creationId xmlns:a16="http://schemas.microsoft.com/office/drawing/2014/main" id="{AD9010E4-457A-441C-8ECB-B0F95C418BE8}"/>
              </a:ext>
            </a:extLst>
          </p:cNvPr>
          <p:cNvSpPr>
            <a:spLocks xmlns:a="http://schemas.openxmlformats.org/drawingml/2006/main" noGrp="1"/>
          </p:cNvSpPr>
          <p:nvPr/>
        </p:nvSpPr>
        <p:spPr>
          <a:xfrm xmlns:a="http://schemas.openxmlformats.org/drawingml/2006/main">
            <a:off x="514350" y="2190750"/>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
            <a:extLst xmlns:a="http://schemas.openxmlformats.org/drawingml/2006/main">
              <a:ext uri="{FF2B5EF4-FFF2-40B4-BE49-F238E27FC236}">
                <a16:creationId xmlns:a16="http://schemas.microsoft.com/office/drawing/2014/main" id="{8DC89EA3-8F15-4AB8-8325-FCF90FFFFCA8}"/>
              </a:ext>
            </a:extLst>
          </p:cNvPr>
          <p:cNvSpPr>
            <a:spLocks xmlns:a="http://schemas.openxmlformats.org/drawingml/2006/main" noGrp="1"/>
          </p:cNvSpPr>
          <p:nvPr/>
        </p:nvSpPr>
        <p:spPr>
          <a:xfrm xmlns:a="http://schemas.openxmlformats.org/drawingml/2006/main">
            <a:off x="6524625" y="1619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
            <a:extLst xmlns:a="http://schemas.openxmlformats.org/drawingml/2006/main">
              <a:ext uri="{FF2B5EF4-FFF2-40B4-BE49-F238E27FC236}">
                <a16:creationId xmlns:a16="http://schemas.microsoft.com/office/drawing/2014/main" id="{16E21C0F-BF3D-4605-AF8E-A1517A55D31D}"/>
              </a:ext>
            </a:extLst>
          </p:cNvPr>
          <p:cNvSpPr>
            <a:spLocks xmlns:a="http://schemas.openxmlformats.org/drawingml/2006/main" noGrp="1"/>
          </p:cNvSpPr>
          <p:nvPr/>
        </p:nvSpPr>
        <p:spPr>
          <a:xfrm xmlns:a="http://schemas.openxmlformats.org/drawingml/2006/main">
            <a:off x="6524625" y="21907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
            <a:extLst xmlns:a="http://schemas.openxmlformats.org/drawingml/2006/main">
              <a:ext uri="{FF2B5EF4-FFF2-40B4-BE49-F238E27FC236}">
                <a16:creationId xmlns:a16="http://schemas.microsoft.com/office/drawing/2014/main" id="{AA05B0C8-395C-4145-B970-CB2DF0F54E97}"/>
              </a:ext>
            </a:extLst>
          </p:cNvPr>
          <p:cNvSpPr>
            <a:spLocks xmlns:a="http://schemas.openxmlformats.org/drawingml/2006/main" noGrp="1"/>
          </p:cNvSpPr>
          <p:nvPr/>
        </p:nvSpPr>
        <p:spPr>
          <a:xfrm xmlns:a="http://schemas.openxmlformats.org/drawingml/2006/main">
            <a:off x="514350" y="40481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
            <a:extLst xmlns:a="http://schemas.openxmlformats.org/drawingml/2006/main">
              <a:ext uri="{FF2B5EF4-FFF2-40B4-BE49-F238E27FC236}">
                <a16:creationId xmlns:a16="http://schemas.microsoft.com/office/drawing/2014/main" id="{EB05F919-E917-4DCE-AE33-DB2EFD34BD2C}"/>
              </a:ext>
            </a:extLst>
          </p:cNvPr>
          <p:cNvSpPr>
            <a:spLocks xmlns:a="http://schemas.openxmlformats.org/drawingml/2006/main" noGrp="1"/>
          </p:cNvSpPr>
          <p:nvPr/>
        </p:nvSpPr>
        <p:spPr>
          <a:xfrm xmlns:a="http://schemas.openxmlformats.org/drawingml/2006/main">
            <a:off x="51435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
            <a:extLst xmlns:a="http://schemas.openxmlformats.org/drawingml/2006/main">
              <a:ext uri="{FF2B5EF4-FFF2-40B4-BE49-F238E27FC236}">
                <a16:creationId xmlns:a16="http://schemas.microsoft.com/office/drawing/2014/main" id="{62E8058A-A94A-4917-9939-91C0BD485E01}"/>
              </a:ext>
            </a:extLst>
          </p:cNvPr>
          <p:cNvSpPr>
            <a:spLocks xmlns:a="http://schemas.openxmlformats.org/drawingml/2006/main" noGrp="1"/>
          </p:cNvSpPr>
          <p:nvPr/>
        </p:nvSpPr>
        <p:spPr>
          <a:xfrm xmlns:a="http://schemas.openxmlformats.org/drawingml/2006/main">
            <a:off x="6524625" y="40481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
            <a:extLst xmlns:a="http://schemas.openxmlformats.org/drawingml/2006/main">
              <a:ext uri="{FF2B5EF4-FFF2-40B4-BE49-F238E27FC236}">
                <a16:creationId xmlns:a16="http://schemas.microsoft.com/office/drawing/2014/main" id="{6B65E46A-DC8E-4C3D-9964-12128BA604B3}"/>
              </a:ext>
            </a:extLst>
          </p:cNvPr>
          <p:cNvSpPr>
            <a:spLocks xmlns:a="http://schemas.openxmlformats.org/drawingml/2006/main" noGrp="1"/>
          </p:cNvSpPr>
          <p:nvPr/>
        </p:nvSpPr>
        <p:spPr>
          <a:xfrm xmlns:a="http://schemas.openxmlformats.org/drawingml/2006/main">
            <a:off x="6524625" y="46101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2103007528"/>
      </p:ext>
    </p:extLst>
  </p:cSld>
</p:sld>
</file>

<file path=ppt/slides/slide2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DA5809-124C-45E2-892E-5923DA8D4DDF}"/>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1.5  PHÂN CÔNG THỰC HIỆN</a:t>
            </a:r>
          </a:p>
        </p:txBody>
      </p:sp>
      <p:sp>
        <p:nvSpPr>
          <p:cNvPr id="2" name="">
            <a:extLst xmlns:a="http://schemas.openxmlformats.org/drawingml/2006/main">
              <a:ext uri="{FF2B5EF4-FFF2-40B4-BE49-F238E27FC236}">
                <a16:creationId xmlns:a16="http://schemas.microsoft.com/office/drawing/2014/main" id="{F731318A-1533-425D-949C-BAE0C5DDC00F}"/>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Vai trò thành viên và tổng kết</a:t>
            </a:r>
          </a:p>
        </p:txBody>
      </p:sp>
      <p:sp>
        <p:nvSpPr>
          <p:cNvPr id="3" name="">
            <a:extLst xmlns:a="http://schemas.openxmlformats.org/drawingml/2006/main">
              <a:ext uri="{FF2B5EF4-FFF2-40B4-BE49-F238E27FC236}">
                <a16:creationId xmlns:a16="http://schemas.microsoft.com/office/drawing/2014/main" id="{9859F1E0-5174-4155-9AD3-31D8DFA870E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F350F8E8-B060-4F5C-82D1-2D3FA038FC0B}"/>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41726762-90DE-4C9C-A5F8-BC288CFF18FE}"/>
              </a:ext>
            </a:extLst>
          </p:cNvPr>
          <p:cNvSpPr>
            <a:spLocks xmlns:a="http://schemas.openxmlformats.org/drawingml/2006/main" noGrp="1"/>
          </p:cNvSpPr>
          <p:nvPr/>
        </p:nvSpPr>
        <p:spPr>
          <a:xfrm xmlns:a="http://schemas.openxmlformats.org/drawingml/2006/main">
            <a:off x="514350" y="1619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Huỳnh Trung Tín</a:t>
            </a:r>
          </a:p>
        </p:txBody>
      </p:sp>
      <p:sp>
        <p:nvSpPr>
          <p:cNvPr id="6" name="">
            <a:extLst xmlns:a="http://schemas.openxmlformats.org/drawingml/2006/main">
              <a:ext uri="{FF2B5EF4-FFF2-40B4-BE49-F238E27FC236}">
                <a16:creationId xmlns:a16="http://schemas.microsoft.com/office/drawing/2014/main" id="{8C972AD7-5747-4265-9CFF-51C9E3DB302F}"/>
              </a:ext>
            </a:extLst>
          </p:cNvPr>
          <p:cNvSpPr>
            <a:spLocks xmlns:a="http://schemas.openxmlformats.org/drawingml/2006/main" noGrp="1"/>
          </p:cNvSpPr>
          <p:nvPr/>
        </p:nvSpPr>
        <p:spPr>
          <a:xfrm xmlns:a="http://schemas.openxmlformats.org/drawingml/2006/main">
            <a:off x="514350" y="2333625"/>
            <a:ext cx="5238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Trưởng nhóm · 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Giao diện và trải nghiệm sử dụng.</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Tích hợp danh sách, biểu đồ và BMI.</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Tổng hợp, biên soạn báo cáo.</a:t>
            </a:r>
          </a:p>
        </p:txBody>
      </p:sp>
      <p:sp>
        <p:nvSpPr>
          <p:cNvPr id="7" name="">
            <a:extLst xmlns:a="http://schemas.openxmlformats.org/drawingml/2006/main">
              <a:ext uri="{FF2B5EF4-FFF2-40B4-BE49-F238E27FC236}">
                <a16:creationId xmlns:a16="http://schemas.microsoft.com/office/drawing/2014/main" id="{C6FEFAC2-FD94-49AA-B3AD-4642608D424D}"/>
              </a:ext>
            </a:extLst>
          </p:cNvPr>
          <p:cNvSpPr>
            <a:spLocks xmlns:a="http://schemas.openxmlformats.org/drawingml/2006/main" noGrp="1"/>
          </p:cNvSpPr>
          <p:nvPr/>
        </p:nvSpPr>
        <p:spPr>
          <a:xfrm xmlns:a="http://schemas.openxmlformats.org/drawingml/2006/main">
            <a:off x="6477000" y="16192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Đinh Tấn Minh</a:t>
            </a:r>
          </a:p>
        </p:txBody>
      </p:sp>
      <p:sp>
        <p:nvSpPr>
          <p:cNvPr id="8" name="">
            <a:extLst xmlns:a="http://schemas.openxmlformats.org/drawingml/2006/main">
              <a:ext uri="{FF2B5EF4-FFF2-40B4-BE49-F238E27FC236}">
                <a16:creationId xmlns:a16="http://schemas.microsoft.com/office/drawing/2014/main" id="{A6D5291E-32E4-4650-B831-FECF1628AAC3}"/>
              </a:ext>
            </a:extLst>
          </p:cNvPr>
          <p:cNvSpPr>
            <a:spLocks xmlns:a="http://schemas.openxmlformats.org/drawingml/2006/main" noGrp="1"/>
          </p:cNvSpPr>
          <p:nvPr/>
        </p:nvSpPr>
        <p:spPr>
          <a:xfrm xmlns:a="http://schemas.openxmlformats.org/drawingml/2006/main">
            <a:off x="6477000" y="2333625"/>
            <a:ext cx="5095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Cơ sở dữ liệu, nghiệp vụ và xác thực.</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Lập lịch thuốc, nước và thông báo.</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Chuẩn bị thuyết trình và demo.</a:t>
            </a:r>
          </a:p>
        </p:txBody>
      </p:sp>
      <p:sp>
        <p:nvSpPr>
          <p:cNvPr id="9" name="">
            <a:extLst xmlns:a="http://schemas.openxmlformats.org/drawingml/2006/main">
              <a:ext uri="{FF2B5EF4-FFF2-40B4-BE49-F238E27FC236}">
                <a16:creationId xmlns:a16="http://schemas.microsoft.com/office/drawing/2014/main" id="{DFF9849D-6287-4653-8590-A71015FCB25B}"/>
              </a:ext>
            </a:extLst>
          </p:cNvPr>
          <p:cNvSpPr>
            <a:spLocks xmlns:a="http://schemas.openxmlformats.org/drawingml/2006/main" noGrp="1"/>
          </p:cNvSpPr>
          <p:nvPr/>
        </p:nvSpPr>
        <p:spPr>
          <a:xfrm xmlns:a="http://schemas.openxmlformats.org/drawingml/2006/main">
            <a:off x="514350" y="5429250"/>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F72"/>
                </a:solidFill>
                <a:latin typeface="Arial"/>
                <a:ea typeface="Arial"/>
                <a:cs typeface="Arial"/>
              </a:defRPr>
            </a:defPPr>
            <a:lvl1pPr>
              <a:defRPr sz="1950" b="1">
                <a:solidFill>
                  <a:srgbClr val="087F72"/>
                </a:solidFill>
                <a:latin typeface="Arial"/>
                <a:ea typeface="Arial"/>
                <a:cs typeface="Arial"/>
              </a:defRPr>
            </a:lvl1pPr>
            <a:lvl2pPr>
              <a:defRPr sz="1950" b="1">
                <a:solidFill>
                  <a:srgbClr val="087F72"/>
                </a:solidFill>
                <a:latin typeface="Arial"/>
                <a:ea typeface="Arial"/>
                <a:cs typeface="Arial"/>
              </a:defRPr>
            </a:lvl2pPr>
            <a:lvl3pPr>
              <a:defRPr sz="1950" b="1">
                <a:solidFill>
                  <a:srgbClr val="087F72"/>
                </a:solidFill>
                <a:latin typeface="Arial"/>
                <a:ea typeface="Arial"/>
                <a:cs typeface="Arial"/>
              </a:defRPr>
            </a:lvl3pPr>
            <a:lvl4pPr>
              <a:defRPr sz="1950" b="1">
                <a:solidFill>
                  <a:srgbClr val="087F72"/>
                </a:solidFill>
                <a:latin typeface="Arial"/>
                <a:ea typeface="Arial"/>
                <a:cs typeface="Arial"/>
              </a:defRPr>
            </a:lvl4pPr>
            <a:lvl5pPr>
              <a:defRPr sz="1950" b="1">
                <a:solidFill>
                  <a:srgbClr val="087F72"/>
                </a:solidFill>
                <a:latin typeface="Arial"/>
                <a:ea typeface="Arial"/>
                <a:cs typeface="Arial"/>
              </a:defRPr>
            </a:lvl5pPr>
            <a:lvl6pPr>
              <a:defRPr sz="1950" b="1">
                <a:solidFill>
                  <a:srgbClr val="087F72"/>
                </a:solidFill>
                <a:latin typeface="Arial"/>
                <a:ea typeface="Arial"/>
                <a:cs typeface="Arial"/>
              </a:defRPr>
            </a:lvl6pPr>
            <a:lvl7pPr>
              <a:defRPr sz="1950" b="1">
                <a:solidFill>
                  <a:srgbClr val="087F72"/>
                </a:solidFill>
                <a:latin typeface="Arial"/>
                <a:ea typeface="Arial"/>
                <a:cs typeface="Arial"/>
              </a:defRPr>
            </a:lvl7pPr>
            <a:lvl8pPr>
              <a:defRPr sz="1950" b="1">
                <a:solidFill>
                  <a:srgbClr val="087F72"/>
                </a:solidFill>
                <a:latin typeface="Arial"/>
                <a:ea typeface="Arial"/>
                <a:cs typeface="Arial"/>
              </a:defRPr>
            </a:lvl8pPr>
            <a:lvl9pPr>
              <a:defRPr sz="1950" b="1">
                <a:solidFill>
                  <a:srgbClr val="087F72"/>
                </a:solidFill>
                <a:latin typeface="Arial"/>
                <a:ea typeface="Arial"/>
                <a:cs typeface="Arial"/>
              </a:defRPr>
            </a:lvl9pPr>
          </a:lstStyle>
          <a:p xmlns:a="http://schemas.openxmlformats.org/drawingml/2006/main">
            <a:pPr>
              <a:defRPr sz="1950" b="1">
                <a:solidFill>
                  <a:srgbClr val="087F72"/>
                </a:solidFill>
                <a:latin typeface="Arial"/>
                <a:ea typeface="Arial"/>
                <a:cs typeface="Arial"/>
              </a:defRPr>
            </a:pPr>
            <a:r>
              <a:rPr sz="1950" b="1">
                <a:solidFill>
                  <a:srgbClr val="087F72"/>
                </a:solidFill>
                <a:latin typeface="Arial"/>
                <a:ea typeface="Arial"/>
                <a:cs typeface="Arial"/>
              </a:rPr>
              <a:t>Vita tổ chức việc ghi chép sức khỏe, thuốc và nước trên thiết bị. Dữ liệu cục bộ chưa có đồng bộ hoặc xuất sao lưu.</a:t>
            </a:r>
          </a:p>
        </p:txBody>
      </p:sp>
    </p:spTree>
    <p:extLst>
      <p:ext uri="{BB962C8B-B14F-4D97-AF65-F5344CB8AC3E}">
        <p14:creationId xmlns:p14="http://schemas.microsoft.com/office/powerpoint/2010/main" val="1108686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2026-10-26T13:34:05.2170000Z</dcterms:created>
  <dcterms:modified xsi:type="dcterms:W3CDTF">2026-10-26T13:34:05.2170000Z</dcterms:modified>
</coreProperties>
</file>