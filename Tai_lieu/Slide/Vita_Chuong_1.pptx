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00944eaa84db5" /><Relationship Type="http://schemas.openxmlformats.org/officeDocument/2006/relationships/extended-properties" Target="/docProps/app.xml" Id="R0132c22ca9624001" /><Relationship Type="http://schemas.openxmlformats.org/officeDocument/2006/relationships/officeDocument" Target="/ppt/presentation.xml" Id="Rd70fe7f75c0e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bb038aadb4f62"/>
  </p:sldMasterIdLst>
  <p:notesMasterIdLst>
    <p:notesMasterId xmlns:r="http://schemas.openxmlformats.org/officeDocument/2006/relationships" r:id="Rc5b51d1ffce4435d"/>
  </p:notesMasterIdLst>
  <p:sldIdLst>
    <p:sldId xmlns:r="http://schemas.openxmlformats.org/officeDocument/2006/relationships" id="256" r:id="R456432d6f69041b6"/>
    <p:sldId xmlns:r="http://schemas.openxmlformats.org/officeDocument/2006/relationships" id="257" r:id="R32e760bcd213455a"/>
    <p:sldId xmlns:r="http://schemas.openxmlformats.org/officeDocument/2006/relationships" id="258" r:id="R2cbf6ce7e0e34e46"/>
    <p:sldId xmlns:r="http://schemas.openxmlformats.org/officeDocument/2006/relationships" id="259" r:id="R8d39ff64e4184d06"/>
    <p:sldId xmlns:r="http://schemas.openxmlformats.org/officeDocument/2006/relationships" id="260" r:id="R31e7bf08f4b44898"/>
    <p:sldId xmlns:r="http://schemas.openxmlformats.org/officeDocument/2006/relationships" id="261" r:id="R4045db9124744c3f"/>
    <p:sldId xmlns:r="http://schemas.openxmlformats.org/officeDocument/2006/relationships" id="262" r:id="R3c9444b4333d4a9a"/>
    <p:sldId xmlns:r="http://schemas.openxmlformats.org/officeDocument/2006/relationships" id="263" r:id="R1dc34709e96243fd"/>
    <p:sldId xmlns:r="http://schemas.openxmlformats.org/officeDocument/2006/relationships" id="264" r:id="R7649491f9ca74173"/>
    <p:sldId xmlns:r="http://schemas.openxmlformats.org/officeDocument/2006/relationships" id="265" r:id="R1caa9d45e40146f5"/>
    <p:sldId xmlns:r="http://schemas.openxmlformats.org/officeDocument/2006/relationships" id="266" r:id="R07f45c6ffd22477c"/>
    <p:sldId xmlns:r="http://schemas.openxmlformats.org/officeDocument/2006/relationships" id="267" r:id="Re87830018e2b48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a8250d057249c5" /><Relationship Type="http://schemas.openxmlformats.org/officeDocument/2006/relationships/slideMaster" Target="/ppt/slideMasters/slideMaster1.xml" Id="R9babb038aadb4f62" /><Relationship Type="http://schemas.openxmlformats.org/officeDocument/2006/relationships/notesMaster" Target="/ppt/notesMasters/notesMaster1.xml" Id="Rc5b51d1ffce4435d" /><Relationship Type="http://schemas.openxmlformats.org/officeDocument/2006/relationships/presProps" Target="/ppt/presProps.xml" Id="Rd228d1b066b14e7b" /><Relationship Type="http://schemas.openxmlformats.org/officeDocument/2006/relationships/tableStyles" Target="/ppt/tableStyles.xml" Id="Rbe04cab876524890" /><Relationship Type="http://schemas.openxmlformats.org/officeDocument/2006/relationships/slide" Target="/ppt/slides/slide1.xml" Id="R456432d6f69041b6" /><Relationship Type="http://schemas.openxmlformats.org/officeDocument/2006/relationships/slide" Target="/ppt/slides/slide2.xml" Id="R32e760bcd213455a" /><Relationship Type="http://schemas.openxmlformats.org/officeDocument/2006/relationships/slide" Target="/ppt/slides/slide3.xml" Id="R2cbf6ce7e0e34e46" /><Relationship Type="http://schemas.openxmlformats.org/officeDocument/2006/relationships/slide" Target="/ppt/slides/slide4.xml" Id="R8d39ff64e4184d06" /><Relationship Type="http://schemas.openxmlformats.org/officeDocument/2006/relationships/slide" Target="/ppt/slides/slide5.xml" Id="R31e7bf08f4b44898" /><Relationship Type="http://schemas.openxmlformats.org/officeDocument/2006/relationships/slide" Target="/ppt/slides/slide6.xml" Id="R4045db9124744c3f" /><Relationship Type="http://schemas.openxmlformats.org/officeDocument/2006/relationships/slide" Target="/ppt/slides/slide7.xml" Id="R3c9444b4333d4a9a" /><Relationship Type="http://schemas.openxmlformats.org/officeDocument/2006/relationships/slide" Target="/ppt/slides/slide8.xml" Id="R1dc34709e96243fd" /><Relationship Type="http://schemas.openxmlformats.org/officeDocument/2006/relationships/slide" Target="/ppt/slides/slide9.xml" Id="R7649491f9ca74173" /><Relationship Type="http://schemas.openxmlformats.org/officeDocument/2006/relationships/slide" Target="/ppt/slides/slide10.xml" Id="R1caa9d45e40146f5" /><Relationship Type="http://schemas.openxmlformats.org/officeDocument/2006/relationships/slide" Target="/ppt/slides/slide11.xml" Id="R07f45c6ffd22477c" /><Relationship Type="http://schemas.openxmlformats.org/officeDocument/2006/relationships/slide" Target="/ppt/slides/slide12.xml" Id="Re87830018e2b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e79756d9d244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0e038f6414994" /><Relationship Type="http://schemas.openxmlformats.org/officeDocument/2006/relationships/notesMaster" Target="/ppt/notesMasters/notesMaster1.xml" Id="R562f720acc6b44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4564eaa3a4c5f" /><Relationship Type="http://schemas.openxmlformats.org/officeDocument/2006/relationships/notesMaster" Target="/ppt/notesMasters/notesMaster1.xml" Id="R09c28489cd974d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bedaf62a014a36" /><Relationship Type="http://schemas.openxmlformats.org/officeDocument/2006/relationships/notesMaster" Target="/ppt/notesMasters/notesMaster1.xml" Id="Rd00fdc32fdab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47817920a1424b" /><Relationship Type="http://schemas.openxmlformats.org/officeDocument/2006/relationships/notesMaster" Target="/ppt/notesMasters/notesMaster1.xml" Id="R88dc2246c944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02807c14f4b0c" /><Relationship Type="http://schemas.openxmlformats.org/officeDocument/2006/relationships/notesMaster" Target="/ppt/notesMasters/notesMaster1.xml" Id="R80434405376e43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d10123b784042" /><Relationship Type="http://schemas.openxmlformats.org/officeDocument/2006/relationships/notesMaster" Target="/ppt/notesMasters/notesMaster1.xml" Id="R41f5645e06e8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b102709684ae8" /><Relationship Type="http://schemas.openxmlformats.org/officeDocument/2006/relationships/notesMaster" Target="/ppt/notesMasters/notesMaster1.xml" Id="R6175c4f8dc9843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1479c0497e45de" /><Relationship Type="http://schemas.openxmlformats.org/officeDocument/2006/relationships/notesMaster" Target="/ppt/notesMasters/notesMaster1.xml" Id="R5ff3fbff8fff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2b6783410b480c" /><Relationship Type="http://schemas.openxmlformats.org/officeDocument/2006/relationships/notesMaster" Target="/ppt/notesMasters/notesMaster1.xml" Id="Rc7719b5fce9c45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f37cee0ee64026" /><Relationship Type="http://schemas.openxmlformats.org/officeDocument/2006/relationships/notesMaster" Target="/ppt/notesMasters/notesMaster1.xml" Id="Ra7e2d5d11b9448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91473bb6994866" /><Relationship Type="http://schemas.openxmlformats.org/officeDocument/2006/relationships/notesMaster" Target="/ppt/notesMasters/notesMaster1.xml" Id="R6a96a93db4654b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da248cf94425e" /><Relationship Type="http://schemas.openxmlformats.org/officeDocument/2006/relationships/notesMaster" Target="/ppt/notesMasters/notesMaster1.xml" Id="Ra5929573bc71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>BMI chỉ phân loại người trưởng thành khi tuổi ước tính từ năm sinh trong khoảng 20–120.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>Lưu ý: quyền thông báo và quyền báo thức chính xác ảnh hưởng khả năng phát nhắc nhở. Khi xóa thuốc, lịch sử liên quan cũng bị xóa.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Tai_lieu/Chương/Chốt/Chuong_1.docx, các mục 1.1–1.4. Ảnh giao diện: .audit-cache/full-ui-native-shots trong dự án Vita. Sơ đồ: hình gốc nhúng trong tài liệu Chương 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bf9c310ac46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d2cdcdad646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bb6c5552148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f56ce5b7a41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9af270a974b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31de9b6f9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95093-AAF2-40E4-B70A-1716E1E65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5B19C5-4C6F-4BF4-977B-871CFA5F62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755A89-193B-4D12-960C-8A6B513CB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45B71-5273-4654-8E81-209AB0E39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9A9060-8B42-4EEC-894B-2A7B69FC5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1CAE6A-835D-45BD-B435-F97FAF926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2FED33-2A91-4F60-9F3C-731CC2D8B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900996-E673-49F3-9495-07529EB704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EE2F3E-AD3E-4486-8958-425F104F4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D9D805-153F-4F0E-8302-FAEBB0D176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0ff56e99b24c68" /><Relationship Type="http://schemas.openxmlformats.org/officeDocument/2006/relationships/slideLayout" Target="/ppt/slideLayouts/slideLayout1.xml" Id="R4f9361a9aeab49e9" /><Relationship Type="http://schemas.openxmlformats.org/officeDocument/2006/relationships/slideLayout" Target="/ppt/slideLayouts/slideLayout2.xml" Id="Rd2b0ba585a814930" /><Relationship Type="http://schemas.openxmlformats.org/officeDocument/2006/relationships/slideLayout" Target="/ppt/slideLayouts/slideLayout3.xml" Id="R1d2ecde1e7a74913" /><Relationship Type="http://schemas.openxmlformats.org/officeDocument/2006/relationships/slideLayout" Target="/ppt/slideLayouts/slideLayout4.xml" Id="Rca44e053a23f4938" /><Relationship Type="http://schemas.openxmlformats.org/officeDocument/2006/relationships/slideLayout" Target="/ppt/slideLayouts/slideLayout5.xml" Id="R42d04a53b53249d8" /><Relationship Type="http://schemas.openxmlformats.org/officeDocument/2006/relationships/slideLayout" Target="/ppt/slideLayouts/slideLayout6.xml" Id="R3dc540d7c206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361a9aeab49e9"/>
    <p:sldLayoutId xmlns:r="http://schemas.openxmlformats.org/officeDocument/2006/relationships" id="2147483650" r:id="Rd2b0ba585a814930"/>
    <p:sldLayoutId xmlns:r="http://schemas.openxmlformats.org/officeDocument/2006/relationships" id="2147483651" r:id="R1d2ecde1e7a74913"/>
    <p:sldLayoutId xmlns:r="http://schemas.openxmlformats.org/officeDocument/2006/relationships" id="2147483652" r:id="Rca44e053a23f4938"/>
    <p:sldLayoutId xmlns:r="http://schemas.openxmlformats.org/officeDocument/2006/relationships" id="2147483653" r:id="R42d04a53b53249d8"/>
    <p:sldLayoutId xmlns:r="http://schemas.openxmlformats.org/officeDocument/2006/relationships" id="2147483654" r:id="R3dc540d7c206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38737f52a43b1" /><Relationship Type="http://schemas.openxmlformats.org/officeDocument/2006/relationships/image" Target="/ppt/media/image.png" Id="Rb57bfd47c96e462b" /><Relationship Type="http://schemas.openxmlformats.org/officeDocument/2006/relationships/notesSlide" Target="/ppt/notesSlides/notesSlide1.xml" Id="Rcac3e6b97e354e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6269d32cb43eb" /><Relationship Type="http://schemas.openxmlformats.org/officeDocument/2006/relationships/image" Target="/ppt/media/image.jpeg" Id="Rdcca51e089fe4cec" /><Relationship Type="http://schemas.openxmlformats.org/officeDocument/2006/relationships/notesSlide" Target="/ppt/notesSlides/notesSlide2.xml" Id="R6c52de974996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f02e77bbe4488" /><Relationship Type="http://schemas.openxmlformats.org/officeDocument/2006/relationships/image" Target="/ppt/media/image2.png" Id="R8f26207432334183" /><Relationship Type="http://schemas.openxmlformats.org/officeDocument/2006/relationships/notesSlide" Target="/ppt/notesSlides/notesSlide3.xml" Id="R596d3cfd406d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d8ee30b2047fe" /><Relationship Type="http://schemas.openxmlformats.org/officeDocument/2006/relationships/image" Target="/ppt/media/image3.png" Id="R184da2f7f26f422d" /><Relationship Type="http://schemas.openxmlformats.org/officeDocument/2006/relationships/image" Target="/ppt/media/image4.png" Id="Ra98e86241a474b97" /><Relationship Type="http://schemas.openxmlformats.org/officeDocument/2006/relationships/image" Target="/ppt/media/image5.png" Id="Re8da403af21f4385" /><Relationship Type="http://schemas.openxmlformats.org/officeDocument/2006/relationships/notesSlide" Target="/ppt/notesSlides/notesSlide4.xml" Id="R302989f5ab09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8b30598b745da" /><Relationship Type="http://schemas.openxmlformats.org/officeDocument/2006/relationships/image" Target="/ppt/media/image6.png" Id="R844c0a2be1354676" /><Relationship Type="http://schemas.openxmlformats.org/officeDocument/2006/relationships/image" Target="/ppt/media/image7.png" Id="R384953c18c664cad" /><Relationship Type="http://schemas.openxmlformats.org/officeDocument/2006/relationships/image" Target="/ppt/media/image8.png" Id="R4e377fe75e5f4a4a" /><Relationship Type="http://schemas.openxmlformats.org/officeDocument/2006/relationships/notesSlide" Target="/ppt/notesSlides/notesSlide5.xml" Id="R9614223e9d15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957c4b4804461" /><Relationship Type="http://schemas.openxmlformats.org/officeDocument/2006/relationships/image" Target="/ppt/media/image9.png" Id="Reb6eacc88098475a" /><Relationship Type="http://schemas.openxmlformats.org/officeDocument/2006/relationships/image" Target="/ppt/media/image10.png" Id="Ra1d81cf24d0e4ed3" /><Relationship Type="http://schemas.openxmlformats.org/officeDocument/2006/relationships/image" Target="/ppt/media/image11.png" Id="R7383482eb2884c34" /><Relationship Type="http://schemas.openxmlformats.org/officeDocument/2006/relationships/notesSlide" Target="/ppt/notesSlides/notesSlide6.xml" Id="Rea6f46b407bc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ff97c0a8a4e85" /><Relationship Type="http://schemas.openxmlformats.org/officeDocument/2006/relationships/image" Target="/ppt/media/image12.png" Id="R18ec64d117ce46ee" /><Relationship Type="http://schemas.openxmlformats.org/officeDocument/2006/relationships/image" Target="/ppt/media/image13.png" Id="Rf3a9f274871f4c43" /><Relationship Type="http://schemas.openxmlformats.org/officeDocument/2006/relationships/image" Target="/ppt/media/image14.png" Id="Rdd1e5d42461a4950" /><Relationship Type="http://schemas.openxmlformats.org/officeDocument/2006/relationships/notesSlide" Target="/ppt/notesSlides/notesSlide7.xml" Id="R19bc53fc820a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72a1733154ebc" /><Relationship Type="http://schemas.openxmlformats.org/officeDocument/2006/relationships/image" Target="/ppt/media/image15.png" Id="Re846ae6b57824341" /><Relationship Type="http://schemas.openxmlformats.org/officeDocument/2006/relationships/image" Target="/ppt/media/image16.png" Id="R443c127a0e5e44c4" /><Relationship Type="http://schemas.openxmlformats.org/officeDocument/2006/relationships/image" Target="/ppt/media/image17.png" Id="Rd1e148aa6ad44e9b" /><Relationship Type="http://schemas.openxmlformats.org/officeDocument/2006/relationships/image" Target="/ppt/media/image18.png" Id="Re6906d3d8a95420c" /><Relationship Type="http://schemas.openxmlformats.org/officeDocument/2006/relationships/notesSlide" Target="/ppt/notesSlides/notesSlide8.xml" Id="Rfaa7ccd1b6d94b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bf6edbe5e494a" /><Relationship Type="http://schemas.openxmlformats.org/officeDocument/2006/relationships/image" Target="/ppt/media/image19.png" Id="R736acb0613fc4097" /><Relationship Type="http://schemas.openxmlformats.org/officeDocument/2006/relationships/image" Target="/ppt/media/image20.png" Id="Rb3429802c18b43de" /><Relationship Type="http://schemas.openxmlformats.org/officeDocument/2006/relationships/image" Target="/ppt/media/image21.png" Id="R4c97f251fdc14acb" /><Relationship Type="http://schemas.openxmlformats.org/officeDocument/2006/relationships/notesSlide" Target="/ppt/notesSlides/notesSlide9.xml" Id="R8dc471d82d37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bb1b0185e4fe2" /><Relationship Type="http://schemas.openxmlformats.org/officeDocument/2006/relationships/image" Target="/ppt/media/image22.png" Id="Ra9a0310a3daf47d4" /><Relationship Type="http://schemas.openxmlformats.org/officeDocument/2006/relationships/notesSlide" Target="/ppt/notesSlides/notesSlide10.xml" Id="R6d9b02fcb73e40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501820e884a96" /><Relationship Type="http://schemas.openxmlformats.org/officeDocument/2006/relationships/image" Target="/ppt/media/image23.png" Id="Ra06a2d41fc7b41b5" /><Relationship Type="http://schemas.openxmlformats.org/officeDocument/2006/relationships/notesSlide" Target="/ppt/notesSlides/notesSlide11.xml" Id="Rf90d5fab4be8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6b9663d1c4079" /><Relationship Type="http://schemas.openxmlformats.org/officeDocument/2006/relationships/notesSlide" Target="/ppt/notesSlides/notesSlide12.xml" Id="R4e01e44bcf61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7B901-F48E-4A86-9D89-24F5D0EB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ĐỒ ÁN MÔN HỌC PHÁT TRIỂN ỨNG DỤNG DI ĐỘNG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BAEE0-A69A-47B3-B38F-CEB6FB6B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Ứng dụng Android quản lý</a:t>
            </a:r>
          </a:p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sức khỏe tại nhà Vita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55DF7-54DA-4001-8123-8B74720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53C79-D400-4B2D-A891-4B357976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EF961-CBF4-4560-A9D9-FE218E64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CHƯƠNG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154E6-4ACC-454F-B2BE-4FE5AD9A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4C47"/>
                </a:solidFill>
                <a:latin typeface="Arial"/>
                <a:ea typeface="Arial"/>
                <a:cs typeface="Arial"/>
              </a:rPr>
              <a:t>Mô tả bài toán và sơ đồ chức năng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EB1F2-F791-4568-83AA-177F0496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Huỳnh Trung Tín · Đinh Tấn Minh</a:t>
            </a:r>
          </a:p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GVHD: ThS. Nguyễn Kim Duy</a:t>
            </a:r>
          </a:p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Trường Đại học Thủ Dầu Một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FF8E-FB0B-465A-BDE3-1751841C4D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bfd47c96e462b"/>
          <a:stretch xmlns:a="http://schemas.openxmlformats.org/drawingml/2006/main"/>
        </p:blipFill>
        <p:spPr>
          <a:xfrm xmlns:a="http://schemas.openxmlformats.org/drawingml/2006/main">
            <a:off x="8440341" y="533400"/>
            <a:ext cx="2550319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59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E698A-9F84-41A0-91E4-A0779A6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1.1  MÔ TẢ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F1D0-DE6E-42EB-8D8E-6691D45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Bài toán và phạm vi ứng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01004-0AEC-4C84-8D85-173F4B14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FF570-F184-4CFF-B18E-B64E9D3A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8A6E2-E87B-458A-BD3E-4737708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Nhu cầu theo dõi tại nhà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FFBC1-C23E-46BB-BFC0-0793E6A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Kết quả đo dễ phân tán, thiếu thời điểm và bối cảnh để so sánh.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DCF23-4F80-4102-9132-941B9D0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Mục tiêu của Vita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89CFA-9359-4104-88EC-E90D119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5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Ghi chỉ số, quản lý thuốc, theo dõi nước và xem thống kê trên cùng thiết bị.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ED4F-E11B-43AD-AF92-73BE3F0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434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Phạm vi thực hiện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6F7DF-B55C-4093-B861-0173AF7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Android 7.0+, Java/XML, SQLite cục bộ. Dữ liệu do người dùng nhập.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A31DC-D191-4460-977E-6450F8785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a51e089fe4cec"/>
          <a:stretch xmlns:a="http://schemas.openxmlformats.org/drawingml/2006/main"/>
        </p:blipFill>
        <p:spPr>
          <a:xfrm xmlns:a="http://schemas.openxmlformats.org/drawingml/2006/main">
            <a:off x="8239125" y="17145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C8125-F4A9-479E-952E-E0C9F073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Chỉ số và BMI phục vụ tham khảo.</a:t>
            </a:r>
          </a:p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Ứng dụng không chẩn đoán bệnh.</a:t>
            </a:r>
          </a:p>
        </p:txBody>
      </p:sp>
    </p:spTree>
    <p:extLst>
      <p:ext uri="{BB962C8B-B14F-4D97-AF65-F5344CB8AC3E}">
        <p14:creationId xmlns:p14="http://schemas.microsoft.com/office/powerpoint/2010/main" val="1042254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BC2B-FA51-4D4E-B8E7-16D8233E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1.2  CHỨC NĂNG VÀ CA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51C36-F73D-4169-8EBA-C49DCB3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Các chức năng của ứng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D9066-DF6A-4796-86D5-EDB0162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3C1B-2805-4E2E-9A68-8F26A035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A6102-658D-4103-A25A-7542517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Tác nhân chính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4FEC2-EC96-49FF-A4E8-D6D3705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Người dùng thao tác với tài khoản và dữ liệu sức khỏe cá nhân.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C34BA-3869-48C1-AB27-0513130E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Các nhóm nghiệp vụ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6E504-9836-439D-A825-1BA199F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Tài khoản, lần đo, BMI, thuốc, nước uống và thống kê.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F632C-89BB-422A-8A8E-C551DCA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Điều kiện truy cập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5DF3A-65F0-474E-A722-915BB5C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Các nghiệp vụ yêu cầu phiên đăng nhập hợp lệ.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83677-5F27-4109-B5CB-3FA2144BB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6207432334183"/>
          <a:stretch xmlns:a="http://schemas.openxmlformats.org/drawingml/2006/main"/>
        </p:blipFill>
        <p:spPr>
          <a:xfrm xmlns:a="http://schemas.openxmlformats.org/drawingml/2006/main">
            <a:off x="5945548" y="1362075"/>
            <a:ext cx="4968153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71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2E286-2FFC-4C5C-86D5-D19E163C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1.2  CHỨC NĂNG TÀI KHOẢN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0767C-2E86-4C0A-AB37-0DE07305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Đăng ký, đăng nhập và hồ sơ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439EF-BA43-4556-B8CC-0FC0233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8D64C-9E28-40EC-A148-9BFB8F4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65812-D12E-416E-B4BF-7FFC9B1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Đăng ký hai bước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07C79-578E-4799-AA8A-249C0782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Tạo tài khoản rồi bổ sung thông tin hồ sơ.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61E3E-571D-4768-84C3-7BB0AE99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Hồ sơ cá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834DD-1B52-4C8F-8239-B1C794B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Cập nhật thể trạng, mục tiêu nước và các thiết lập.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02EA9-3027-4B00-A0F0-7CC33BB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Bảo vệ tài khoản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A2428-A79E-4B89-9526-F5189B1D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Mật khẩu PBKDF2 và salt. Xóa tài khoản cần xác nhận bằng mật khẩu.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384A1-4E37-4527-99DD-91170979A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da2f7f26f422d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45074-64D3-4603-BE56-3A5297F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Đăng nhập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1B54-3FD6-45F2-BD38-7C5E82A09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e86241a474b97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B02DF-3A32-4A35-BA9D-5E83EB8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Bước 2: Hồ sơ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5025E-0748-42F4-BBE0-10119E1A9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a403af21f4385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6F8BD-73C2-49E1-AB70-8A5C1E9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Hồ sơ cá nhân</a:t>
            </a:r>
          </a:p>
        </p:txBody>
      </p:sp>
    </p:spTree>
    <p:extLst>
      <p:ext uri="{BB962C8B-B14F-4D97-AF65-F5344CB8AC3E}">
        <p14:creationId xmlns:p14="http://schemas.microsoft.com/office/powerpoint/2010/main" val="639244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85A66-8FFD-4A0B-827C-22E621E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1.2  CHỨC NĂNG SỨC KHỎE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E340B-37BC-42E9-A029-C7E07179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Ghi nhận sức khỏe và xem BMI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72C3C-8749-4D1C-9D2E-B3D17F6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7BECE-09F4-4181-BEC8-DC78B4F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AD412-093A-4B35-954C-2D30CFEA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Lần đo có ngữ cảnh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07B4F-BB13-4C0C-B44B-62D5646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Lưu ngày giờ, cân nặng, huyết áp, nhịp tim và đường huyết.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C0DB-CC4C-429A-AF65-9323257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Tra cứu và đối chiếu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7FB55-47F5-45D0-A1AC-886BD9B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Xem chi tiết, sửa hoặc xóa. So sánh với lần đo trước phù hợp.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A56DB-1403-4662-9F25-A1A475A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BMI cá nhân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3D948-18D3-48CB-9E30-87930EC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Dùng chiều cao và cân nặng. Chọn ngưỡng Châu Á hoặc Quốc tế.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F0CA7-4B06-4E41-81A7-287F892BE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c0a2be1354676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E4614-A279-4859-B23D-63A4004C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Ghi chỉ số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CEABF-AEFD-497A-A959-A440C61F7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953c18c664cad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4DB9E-4D7F-4C5A-85DC-8F3B123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Chi tiết lần đo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FA9F4-4688-4943-B5E2-8FA8B35D1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77fe75e5f4a4a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1F96E-AF09-4505-A459-F4D14C5A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BMI cá nhân</a:t>
            </a:r>
          </a:p>
        </p:txBody>
      </p:sp>
    </p:spTree>
    <p:extLst>
      <p:ext uri="{BB962C8B-B14F-4D97-AF65-F5344CB8AC3E}">
        <p14:creationId xmlns:p14="http://schemas.microsoft.com/office/powerpoint/2010/main" val="1427054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90C50-8860-4E4A-AA17-6DD8BB27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1.2  CHỨC NĂNG NHẮC THUỐC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DD027-6054-4E3D-BC90-E4BA4E0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Lịch thuốc và xác nhận từng cữ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BC4CB-F92A-4193-AEF9-350542D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29943-A2A2-4A4F-9D22-FD18A29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67019-591B-4EC4-A363-57D47E2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Lịch uống linh hoạt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64591-7BE8-49BE-A971-E905759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Một thuốc có nhiều giờ uống, lặp lại theo các ngày trong tuần.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5B21A-C53F-4BD3-B1FD-98A387C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Kết quả do người dùng ghi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A5EF7-4EC4-4DA5-B0A6-0C965BB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Phân biệt Sắp tới, Chưa xác nhận, Đã uống và Bỏ qua.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0642-49EF-423A-96F9-22027CE4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Theo dõi lịch sử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1556-D81B-454C-974D-D2B42528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Lưu tên và liều lượng tại thời điểm xác nhận. Không tự coi chưa xác nhận là bỏ uống.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41775-F97A-4065-A128-A654FA080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eacc88098475a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0417E-B2A9-46BA-BD49-9EB2BD2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Thiết lập thuốc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A9DCD-771C-4BCD-8194-598F84A47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81cf24d0e4ed3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2E858-4235-4271-81F0-E096A3E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Xác nhận cữ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D2394-6019-45EA-9204-E1874282B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3482eb2884c34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7E224-4255-4C17-AA83-9693AA77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Lịch sử uống thuốc</a:t>
            </a:r>
          </a:p>
        </p:txBody>
      </p:sp>
    </p:spTree>
    <p:extLst>
      <p:ext uri="{BB962C8B-B14F-4D97-AF65-F5344CB8AC3E}">
        <p14:creationId xmlns:p14="http://schemas.microsoft.com/office/powerpoint/2010/main" val="811381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A4089-ADA5-436D-9B4D-782292D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1.2  THEO DÕI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C63AB-9FB3-4EF7-92D7-C39679A9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Nước uống và thống kê theo thời gian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1C5D8-6294-4D06-91D4-E8B0B97E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A4AC8-7BA2-4830-9F03-DED59F9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A4964-B491-461A-90E9-0EA584DA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Nhật ký nước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2EE6-1AD0-48FA-BE28-F1347EC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Thêm nhanh, sửa giờ hoặc lượng nước, xóa lần nhập sai.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87BF3-A28B-4F0E-8467-06341746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Nhắc theo mục tiêu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9C3F4-1650-4B24-BD91-0444282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Hoạt động trong khung giờ đã chọn khi chưa đạt mục tiêu.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9B8E6-C316-44FB-9A60-3DDA9A6C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Thống kê 7 hoặc 30 ngày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41FBB-576F-4675-BD20-787CA5A4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Biểu đồ chỉ số và tổng nước theo ngày. Dữ liệu thiếu không thay bằng 0.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07A69-2F8F-44BA-8EE9-E74FA487E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c64d117ce46ee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EF7EB-063D-462C-95B9-5827648E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Nhật ký nước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7624-AADD-4772-83E8-8D70C04AE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9f274871f4c43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33691-CD41-4503-85B4-BCC54F99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Thiết lập nhắc nước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0C4BB-810F-49A8-BE06-0AB49B81E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e5d42461a4950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C2FE4-10B8-45BA-BE7A-205371C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Thống kê nước</a:t>
            </a:r>
          </a:p>
        </p:txBody>
      </p:sp>
    </p:spTree>
    <p:extLst>
      <p:ext uri="{BB962C8B-B14F-4D97-AF65-F5344CB8AC3E}">
        <p14:creationId xmlns:p14="http://schemas.microsoft.com/office/powerpoint/2010/main" val="1118732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724F8-1509-4EFC-9A35-11EDAB6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TỔ CHỨC MÀN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2C9E0-F3F3-4538-8177-241D0CD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Bốn tab chính trong MainActivity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7D141-392D-4D1A-B0B7-8FC6800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96A1-3D07-4649-8ABF-2E95C11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AB59E-3E7F-4458-991C-2C6CE6D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10 Activity và 4 Fragment chính. Các hộp thoại bổ trợ không phải Activity riêng.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07BE6-3788-4B6D-A9EF-9CA834AE1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6ae6b57824341"/>
          <a:stretch xmlns:a="http://schemas.openxmlformats.org/drawingml/2006/main"/>
        </p:blipFill>
        <p:spPr>
          <a:xfrm xmlns:a="http://schemas.openxmlformats.org/drawingml/2006/main">
            <a:off x="952500" y="175260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EE294-5AB1-4834-82FF-5120FD83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055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Trang chủ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1F57F-3730-4D50-A26F-E65627437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c127a0e5e44c4"/>
          <a:stretch xmlns:a="http://schemas.openxmlformats.org/drawingml/2006/main"/>
        </p:blipFill>
        <p:spPr>
          <a:xfrm xmlns:a="http://schemas.openxmlformats.org/drawingml/2006/main">
            <a:off x="3738563" y="175260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3C5F6-9E58-4777-95D0-AC9A90C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61055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Sức khỏe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ABD88-3669-4209-966F-68D489DF2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148aa6ad44e9b"/>
          <a:stretch xmlns:a="http://schemas.openxmlformats.org/drawingml/2006/main"/>
        </p:blipFill>
        <p:spPr>
          <a:xfrm xmlns:a="http://schemas.openxmlformats.org/drawingml/2006/main">
            <a:off x="6524625" y="175260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03BDC-7189-4690-A750-C20EED4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1055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Nhắc nhở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9060E-A1C2-4C59-A0AF-0F11BB753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06d3d8a95420c"/>
          <a:stretch xmlns:a="http://schemas.openxmlformats.org/drawingml/2006/main"/>
        </p:blipFill>
        <p:spPr>
          <a:xfrm xmlns:a="http://schemas.openxmlformats.org/drawingml/2006/main">
            <a:off x="9310688" y="175260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8EA87-9CA5-444E-9B7B-32BEE57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61055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Thống kê</a:t>
            </a:r>
          </a:p>
        </p:txBody>
      </p:sp>
    </p:spTree>
    <p:extLst>
      <p:ext uri="{BB962C8B-B14F-4D97-AF65-F5344CB8AC3E}">
        <p14:creationId xmlns:p14="http://schemas.microsoft.com/office/powerpoint/2010/main" val="693099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D4E4E-EB8E-4766-A0FA-9ABD4D7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MÀN HÌNH ỨNG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66DC1-E82A-48DF-8236-A436BD8A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Các màn hình tác vụ và giao diện bổ trợ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5D737-93D9-4A9A-AD2A-73A80352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9D291-96D2-4DC6-9D90-26008AF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3E71-0094-41FA-A3FE-E61F3C1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Tác vụ riêng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6CF94-5E5B-4EE6-BDD0-87DE6EA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Activity cho nhập lần đo, thêm thuốc, chỉnh sửa hồ sơ và BMI.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FC77D-3FB4-4D55-A7D2-1E18A418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Giao diện bổ trợ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DD43E-FC54-4389-B57D-D961AC7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Nhật ký nước, xác nhận cữ và lịch sử thuốc mở trong các hộp thoại.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5A83E-E4D6-4D37-9F7D-5318FA64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Bảo toàn thao tác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F04AB-B89A-43C4-B74B-5A1C7345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Biểu mẫu cảnh báo khi rời màn hình có thay đổi chưa lưu.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58044-B089-4277-9A47-BA7CE01E68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acb0613fc4097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62083-15E3-4149-A2D3-69F864B7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Chỉnh sửa hồ sơ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50D4-F0FE-49CC-9F29-FAA31B310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9802c18b43de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CDAA1-9EA9-490B-852D-9B797E7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Thêm nước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30617-8D9E-4754-8AFE-0FB1EF524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7f251fdc14acb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5587A-3D48-4EE4-8A5E-4833CA5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Danh sách thuốc</a:t>
            </a:r>
          </a:p>
        </p:txBody>
      </p:sp>
    </p:spTree>
    <p:extLst>
      <p:ext uri="{BB962C8B-B14F-4D97-AF65-F5344CB8AC3E}">
        <p14:creationId xmlns:p14="http://schemas.microsoft.com/office/powerpoint/2010/main" val="17246768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93E67-9621-44FA-BBB5-6BC06F3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LUỒNG ĐIỀU HƯỚNG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593F2-2B1D-47D1-9E19-0B67F6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Sơ đồ liên kết các màn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E76B9-B5AC-4FAB-A211-8C40824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1777-8466-4004-A751-B259AD7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2677-8913-41CB-8131-5CA9E5AA6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0310a3daf47d4"/>
          <a:stretch xmlns:a="http://schemas.openxmlformats.org/drawingml/2006/main"/>
        </p:blipFill>
        <p:spPr>
          <a:xfrm xmlns:a="http://schemas.openxmlformats.org/drawingml/2006/main">
            <a:off x="5124551" y="1304925"/>
            <a:ext cx="5276647" cy="5010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4E026-2889-41B0-946D-6E25C1E1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Khởi động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A557-34DD-4EA4-AB53-B7B8B7E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Kiểm tra phiên để mở đăng nhập hoặc màn hình chính.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F4350-9B01-4AAA-8148-11C4E83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Điều hướng chính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E1F42-406E-4BA0-81B1-8ABD2929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Bốn tab mở các tác vụ liên quan. Hồ sơ dẫn đến chỉnh sửa và BMI.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90238-840C-40C9-AF16-B5403DE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Kết thúc phiên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E40AF-D361-4B69-A3FB-EA20A3B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Đăng xuất hoặc xóa tài khoản đưa người dùng về đăng nhập.</a:t>
            </a:r>
          </a:p>
        </p:txBody>
      </p:sp>
    </p:spTree>
    <p:extLst>
      <p:ext uri="{BB962C8B-B14F-4D97-AF65-F5344CB8AC3E}">
        <p14:creationId xmlns:p14="http://schemas.microsoft.com/office/powerpoint/2010/main" val="1763341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B874C-B0ED-4415-BE05-DF540C1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TỔ CHỨC VÀ QUAN HỆ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51D84-5B4E-4512-99E3-2A64181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Cơ sở dữ liệu SQLite gồm năm bảng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DADF4-3AF6-4ABA-8BD0-6F587F36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B3EA-7B53-419D-A05B-F20760E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3D19E-E6AC-4051-8653-93EF0F5523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a2d41fc7b41b5"/>
          <a:stretch xmlns:a="http://schemas.openxmlformats.org/drawingml/2006/main"/>
        </p:blipFill>
        <p:spPr>
          <a:xfrm xmlns:a="http://schemas.openxmlformats.org/drawingml/2006/main">
            <a:off x="5545198" y="1333500"/>
            <a:ext cx="4721105" cy="49625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577D1-6924-4A34-9CA6-B87D8C1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users là gốc 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4CE0-5F09-4BB0-932E-C9394981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Mỗi tài khoản có nhiều lần đo, thuốc và nhật ký nước.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E952-A998-4409-A779-54F4B9B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Nhật ký theo từng thuốc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0955B-DE0C-4991-8CEE-E793A6A6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medicine_logs liên kết medicines qua medicine_id.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38C42-3907-467E-BC0D-1D55CB19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Lưu trữ cục bộ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33B57-09CB-4FA9-A93E-C61B620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vita_health.db, lược đồ phiên bản 6. Phiên đăng nhập lưu riêng.</a:t>
            </a:r>
          </a:p>
        </p:txBody>
      </p:sp>
    </p:spTree>
    <p:extLst>
      <p:ext uri="{BB962C8B-B14F-4D97-AF65-F5344CB8AC3E}">
        <p14:creationId xmlns:p14="http://schemas.microsoft.com/office/powerpoint/2010/main" val="1836979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908CA-7586-4CE1-B082-9829411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CƠ SỞ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11214-C96C-47E5-A73C-3E460883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Quy tắc lưu trữ và tính nhất quán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74B2D-DEC4-419F-A05C-29E0C76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0D2FA-80C3-4330-8B6C-CE554C0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68E7-4B3F-4424-82EE-2251770D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Tách dữ liệu theo tài khoản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FDAC2-E095-4EBB-B6BB-289E773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Truy vấn nghiệp vụ gắn với người dùng hiện tại. Khóa ngoại dùng ON DELETE CASCADE.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739E1-7DD7-453E-BD2A-C8D0AC77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Giữ đúng ý nghĩa lần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CDD2-E6B2-4223-9B82-D94589AA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Chỉ số chưa nhập dùng NULL. Một ngày có thể có nhiều lần đo, phân biệt bằng giờ đo.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02B21-6BBA-444B-ABE6-C1D0E808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287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Nhận diện từng cữ thuốc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9504C-07ED-457D-94A2-EF0F3498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Mỗi cữ xác định bởi thuốc, ngày và giờ dự kiến. Chỉ lưu kết quả Đã uống hoặc Bỏ qua.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17059-08A7-41D6-A700-D2C4BD6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Giới hạn dữ liệu cục bộ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3A851-2585-4B28-932D-C9BCD6FF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Chưa có đồng bộ hoặc xuất sao lưu. Xóa tài khoản hay gỡ ứng dụng có thể làm mất dữ liệu.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D636C-6E18-4FA3-B857-239158F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7F72"/>
                </a:solidFill>
                <a:latin typeface="Arial"/>
                <a:ea typeface="Arial"/>
                <a:cs typeface="Arial"/>
              </a:rPr>
              <a:t>Ngày: yyyy-MM-dd     Giờ: HH:mm     Thời điểm ghi nhận: yyyy-MM-dd HH:mm:ss</a:t>
            </a:r>
          </a:p>
        </p:txBody>
      </p:sp>
    </p:spTree>
    <p:extLst>
      <p:ext uri="{BB962C8B-B14F-4D97-AF65-F5344CB8AC3E}">
        <p14:creationId xmlns:p14="http://schemas.microsoft.com/office/powerpoint/2010/main" val="882541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2026-10-26T12:46:26.3470000Z</dcterms:created>
  <dcterms:modified xsi:type="dcterms:W3CDTF">2026-10-26T12:46:26.3470000Z</dcterms:modified>
</coreProperties>
</file>